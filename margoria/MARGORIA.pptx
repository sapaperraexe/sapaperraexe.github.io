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82" r:id="rId5"/>
    <p:sldId id="837" r:id="rId6"/>
    <p:sldId id="843" r:id="rId7"/>
    <p:sldId id="838" r:id="rId8"/>
    <p:sldId id="839" r:id="rId9"/>
    <p:sldId id="842" r:id="rId10"/>
    <p:sldId id="841" r:id="rId11"/>
    <p:sldId id="264" r:id="rId12"/>
    <p:sldId id="836" r:id="rId13"/>
    <p:sldId id="835" r:id="rId14"/>
    <p:sldId id="762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UI" id="{F05F3770-6522-41A0-8235-7AAB52F2C58C}">
          <p14:sldIdLst>
            <p14:sldId id="582"/>
            <p14:sldId id="837"/>
            <p14:sldId id="843"/>
            <p14:sldId id="838"/>
            <p14:sldId id="839"/>
            <p14:sldId id="842"/>
            <p14:sldId id="841"/>
            <p14:sldId id="264"/>
            <p14:sldId id="836"/>
            <p14:sldId id="835"/>
            <p14:sldId id="7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521"/>
    <a:srgbClr val="3E4638"/>
    <a:srgbClr val="18231F"/>
    <a:srgbClr val="464F3E"/>
    <a:srgbClr val="1F2C27"/>
    <a:srgbClr val="1B2725"/>
    <a:srgbClr val="414D2A"/>
    <a:srgbClr val="506460"/>
    <a:srgbClr val="252D2C"/>
    <a:srgbClr val="D8D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4600" autoAdjust="0"/>
  </p:normalViewPr>
  <p:slideViewPr>
    <p:cSldViewPr snapToGrid="0">
      <p:cViewPr varScale="1">
        <p:scale>
          <a:sx n="54" d="100"/>
          <a:sy n="54" d="100"/>
        </p:scale>
        <p:origin x="12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0" d="100"/>
          <a:sy n="50" d="100"/>
        </p:scale>
        <p:origin x="2886" y="36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A24D1-A2F7-4952-8D37-C510237968E2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C385E-6519-42EA-83DA-9B183888191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269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7B621-C2BE-0D32-291B-515F014B5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58C7CA-81F5-E377-771F-E31D97EE3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B9DB15-3FB8-BA15-1462-D98CA95D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95CEA-FA46-EC94-808F-843BB352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36B675-3437-A83D-3E5E-796D9255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10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40A69-9551-73A2-5176-F5E5B78F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E6CD8A-54CC-F0A6-EE0D-A212C60E0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74919D-A43F-55C8-0A1F-694F2DB3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D3012-54AD-3B8A-CEDC-A176A0BF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6F992C-4B99-15B4-3D6C-36409A1B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452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2AC03-5212-1E86-A388-217106F2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8D94E5-4680-05E8-ED3F-8EFAD702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6589AA-D485-AA19-1559-20A2578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0274F1-57D7-2BFE-3762-5834A3BB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6C450-8418-43B4-C1AC-DCA0B549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69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A9D9E-E2AC-6BDA-EA05-472C43B7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F9317-5F20-6A4B-CECB-95CB7B807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D26A40-8644-E83E-1AE5-1C215D9E4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E82A8F-3C6B-303D-5622-651E1F3A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2D868C-3B1F-465E-1162-B11F41BA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12B82-F7FC-E0B4-93EB-FA32C072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563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9B19D-60FB-4D62-CA93-BC64541F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0FBF4-A193-6A6C-FBA8-D6E9E653C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C581BA-5F57-5035-6D5B-AB2DE8D8B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1B1AC3-3D21-BBAB-468E-7957D6BC7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DCEEEA-C975-7C74-B911-5504C4177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CD6AF1-8DAA-FF93-C9A8-B9408E60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84E0C0-183A-66B7-2AFE-2063FA95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7897F-E0E9-0D1E-0B38-76390B9F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26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0E94D-7BE0-61D7-F4B6-45A228FB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353A75-2BC5-C91F-A916-9E0322A2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436CFE-37B7-CA83-4011-43B7040E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B9C02B-71C1-234F-A31E-9AD5B3F3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619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0AD6BF-E651-C277-D6EA-35C54E4B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692392-D9D9-5A16-C587-B295696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3A2820-08FD-4467-E7B6-88CED4F1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47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415">
          <p15:clr>
            <a:srgbClr val="FBAE40"/>
          </p15:clr>
        </p15:guide>
        <p15:guide id="4" pos="6879">
          <p15:clr>
            <a:srgbClr val="FBAE40"/>
          </p15:clr>
        </p15:guide>
        <p15:guide id="5" pos="7265">
          <p15:clr>
            <a:srgbClr val="FBAE40"/>
          </p15:clr>
        </p15:guide>
        <p15:guide id="6" pos="778">
          <p15:clr>
            <a:srgbClr val="FBAE40"/>
          </p15:clr>
        </p15:guide>
        <p15:guide id="7" orient="horz" pos="255">
          <p15:clr>
            <a:srgbClr val="FBAE40"/>
          </p15:clr>
        </p15:guide>
        <p15:guide id="8" orient="horz" pos="436">
          <p15:clr>
            <a:srgbClr val="FBAE40"/>
          </p15:clr>
        </p15:guide>
        <p15:guide id="9" orient="horz" pos="4065">
          <p15:clr>
            <a:srgbClr val="FBAE40"/>
          </p15:clr>
        </p15:guide>
        <p15:guide id="10" orient="horz" pos="3884">
          <p15:clr>
            <a:srgbClr val="FBAE40"/>
          </p15:clr>
        </p15:guide>
        <p15:guide id="11" pos="2026">
          <p15:clr>
            <a:srgbClr val="FBAE40"/>
          </p15:clr>
        </p15:guide>
        <p15:guide id="12" pos="5654">
          <p15:clr>
            <a:srgbClr val="FBAE40"/>
          </p15:clr>
        </p15:guide>
        <p15:guide id="13" orient="horz" pos="799">
          <p15:clr>
            <a:srgbClr val="FBAE40"/>
          </p15:clr>
        </p15:guide>
        <p15:guide id="14" orient="horz" pos="3521">
          <p15:clr>
            <a:srgbClr val="FBAE40"/>
          </p15:clr>
        </p15:guide>
        <p15:guide id="15" pos="2933">
          <p15:clr>
            <a:srgbClr val="FBAE40"/>
          </p15:clr>
        </p15:guide>
        <p15:guide id="16" pos="4747">
          <p15:clr>
            <a:srgbClr val="FBAE40"/>
          </p15:clr>
        </p15:guide>
        <p15:guide id="17" orient="horz" pos="1253">
          <p15:clr>
            <a:srgbClr val="FBAE40"/>
          </p15:clr>
        </p15:guide>
        <p15:guide id="18" orient="horz" pos="306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CON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8D9302C0-8A63-48D1-BC5B-B9039E85BE0D}"/>
              </a:ext>
            </a:extLst>
          </p:cNvPr>
          <p:cNvGrpSpPr/>
          <p:nvPr userDrawn="1"/>
        </p:nvGrpSpPr>
        <p:grpSpPr>
          <a:xfrm>
            <a:off x="679385" y="435429"/>
            <a:ext cx="10833230" cy="5987142"/>
            <a:chOff x="658813" y="404812"/>
            <a:chExt cx="10424111" cy="5761038"/>
          </a:xfrm>
        </p:grpSpPr>
        <p:sp>
          <p:nvSpPr>
            <p:cNvPr id="6" name="Zone">
              <a:extLst>
                <a:ext uri="{FF2B5EF4-FFF2-40B4-BE49-F238E27FC236}">
                  <a16:creationId xmlns:a16="http://schemas.microsoft.com/office/drawing/2014/main" id="{2A414704-3648-4F84-809E-18E1A7D9B343}"/>
                </a:ext>
              </a:extLst>
            </p:cNvPr>
            <p:cNvSpPr/>
            <p:nvPr/>
          </p:nvSpPr>
          <p:spPr>
            <a:xfrm>
              <a:off x="658815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Zone">
              <a:extLst>
                <a:ext uri="{FF2B5EF4-FFF2-40B4-BE49-F238E27FC236}">
                  <a16:creationId xmlns:a16="http://schemas.microsoft.com/office/drawing/2014/main" id="{8A4ACE96-F8F0-4DB8-B339-F14A847140A8}"/>
                </a:ext>
              </a:extLst>
            </p:cNvPr>
            <p:cNvSpPr/>
            <p:nvPr/>
          </p:nvSpPr>
          <p:spPr>
            <a:xfrm>
              <a:off x="2186959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Zone">
              <a:extLst>
                <a:ext uri="{FF2B5EF4-FFF2-40B4-BE49-F238E27FC236}">
                  <a16:creationId xmlns:a16="http://schemas.microsoft.com/office/drawing/2014/main" id="{E1A01633-7B76-4CB4-8B5E-3C08FB7DD326}"/>
                </a:ext>
              </a:extLst>
            </p:cNvPr>
            <p:cNvSpPr/>
            <p:nvPr/>
          </p:nvSpPr>
          <p:spPr>
            <a:xfrm>
              <a:off x="3715104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Zone">
              <a:extLst>
                <a:ext uri="{FF2B5EF4-FFF2-40B4-BE49-F238E27FC236}">
                  <a16:creationId xmlns:a16="http://schemas.microsoft.com/office/drawing/2014/main" id="{8F99D976-2C26-410D-BB47-9A710E64800E}"/>
                </a:ext>
              </a:extLst>
            </p:cNvPr>
            <p:cNvSpPr/>
            <p:nvPr/>
          </p:nvSpPr>
          <p:spPr>
            <a:xfrm>
              <a:off x="658815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Zone">
              <a:extLst>
                <a:ext uri="{FF2B5EF4-FFF2-40B4-BE49-F238E27FC236}">
                  <a16:creationId xmlns:a16="http://schemas.microsoft.com/office/drawing/2014/main" id="{43955360-2B82-4ADD-910B-A55633DCFA11}"/>
                </a:ext>
              </a:extLst>
            </p:cNvPr>
            <p:cNvSpPr/>
            <p:nvPr/>
          </p:nvSpPr>
          <p:spPr>
            <a:xfrm>
              <a:off x="2186959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Zone">
              <a:extLst>
                <a:ext uri="{FF2B5EF4-FFF2-40B4-BE49-F238E27FC236}">
                  <a16:creationId xmlns:a16="http://schemas.microsoft.com/office/drawing/2014/main" id="{63A5E5E9-3E2F-4EC0-94A6-6B9B5D84BD10}"/>
                </a:ext>
              </a:extLst>
            </p:cNvPr>
            <p:cNvSpPr/>
            <p:nvPr/>
          </p:nvSpPr>
          <p:spPr>
            <a:xfrm>
              <a:off x="3715104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Zone">
              <a:extLst>
                <a:ext uri="{FF2B5EF4-FFF2-40B4-BE49-F238E27FC236}">
                  <a16:creationId xmlns:a16="http://schemas.microsoft.com/office/drawing/2014/main" id="{9333CECD-C489-4ACD-915C-49DFF9F82982}"/>
                </a:ext>
              </a:extLst>
            </p:cNvPr>
            <p:cNvSpPr/>
            <p:nvPr/>
          </p:nvSpPr>
          <p:spPr>
            <a:xfrm>
              <a:off x="658815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Zone">
              <a:extLst>
                <a:ext uri="{FF2B5EF4-FFF2-40B4-BE49-F238E27FC236}">
                  <a16:creationId xmlns:a16="http://schemas.microsoft.com/office/drawing/2014/main" id="{B62531A3-0655-4E5B-A853-E6B1F51F161C}"/>
                </a:ext>
              </a:extLst>
            </p:cNvPr>
            <p:cNvSpPr/>
            <p:nvPr/>
          </p:nvSpPr>
          <p:spPr>
            <a:xfrm>
              <a:off x="2186959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Zone">
              <a:extLst>
                <a:ext uri="{FF2B5EF4-FFF2-40B4-BE49-F238E27FC236}">
                  <a16:creationId xmlns:a16="http://schemas.microsoft.com/office/drawing/2014/main" id="{E898D300-6336-49AA-A52F-26FB4B5D28B5}"/>
                </a:ext>
              </a:extLst>
            </p:cNvPr>
            <p:cNvSpPr/>
            <p:nvPr/>
          </p:nvSpPr>
          <p:spPr>
            <a:xfrm>
              <a:off x="3715104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Zone">
              <a:extLst>
                <a:ext uri="{FF2B5EF4-FFF2-40B4-BE49-F238E27FC236}">
                  <a16:creationId xmlns:a16="http://schemas.microsoft.com/office/drawing/2014/main" id="{E1ABAABE-05D4-4E80-9DD7-3F7A54CF7F73}"/>
                </a:ext>
              </a:extLst>
            </p:cNvPr>
            <p:cNvSpPr/>
            <p:nvPr/>
          </p:nvSpPr>
          <p:spPr>
            <a:xfrm>
              <a:off x="658813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Zone">
              <a:extLst>
                <a:ext uri="{FF2B5EF4-FFF2-40B4-BE49-F238E27FC236}">
                  <a16:creationId xmlns:a16="http://schemas.microsoft.com/office/drawing/2014/main" id="{BDAC4363-4DFD-4BC5-9E98-E75C745BD05F}"/>
                </a:ext>
              </a:extLst>
            </p:cNvPr>
            <p:cNvSpPr/>
            <p:nvPr/>
          </p:nvSpPr>
          <p:spPr>
            <a:xfrm>
              <a:off x="2186959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Zone">
              <a:extLst>
                <a:ext uri="{FF2B5EF4-FFF2-40B4-BE49-F238E27FC236}">
                  <a16:creationId xmlns:a16="http://schemas.microsoft.com/office/drawing/2014/main" id="{1C28F5F5-31CD-4C2D-8C58-C92907C1DC46}"/>
                </a:ext>
              </a:extLst>
            </p:cNvPr>
            <p:cNvSpPr/>
            <p:nvPr/>
          </p:nvSpPr>
          <p:spPr>
            <a:xfrm>
              <a:off x="3715102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Zone">
              <a:extLst>
                <a:ext uri="{FF2B5EF4-FFF2-40B4-BE49-F238E27FC236}">
                  <a16:creationId xmlns:a16="http://schemas.microsoft.com/office/drawing/2014/main" id="{C4900904-367F-4E27-A354-928ECD6BA485}"/>
                </a:ext>
              </a:extLst>
            </p:cNvPr>
            <p:cNvSpPr/>
            <p:nvPr/>
          </p:nvSpPr>
          <p:spPr>
            <a:xfrm>
              <a:off x="5243245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Zone">
              <a:extLst>
                <a:ext uri="{FF2B5EF4-FFF2-40B4-BE49-F238E27FC236}">
                  <a16:creationId xmlns:a16="http://schemas.microsoft.com/office/drawing/2014/main" id="{499EF909-8374-4B72-B107-DDD41E6762F7}"/>
                </a:ext>
              </a:extLst>
            </p:cNvPr>
            <p:cNvSpPr/>
            <p:nvPr/>
          </p:nvSpPr>
          <p:spPr>
            <a:xfrm>
              <a:off x="6771384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Zone">
              <a:extLst>
                <a:ext uri="{FF2B5EF4-FFF2-40B4-BE49-F238E27FC236}">
                  <a16:creationId xmlns:a16="http://schemas.microsoft.com/office/drawing/2014/main" id="{FEF0B34C-2ED2-4DAD-9ADD-9337A8E222FD}"/>
                </a:ext>
              </a:extLst>
            </p:cNvPr>
            <p:cNvSpPr/>
            <p:nvPr/>
          </p:nvSpPr>
          <p:spPr>
            <a:xfrm>
              <a:off x="5243246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Zone">
              <a:extLst>
                <a:ext uri="{FF2B5EF4-FFF2-40B4-BE49-F238E27FC236}">
                  <a16:creationId xmlns:a16="http://schemas.microsoft.com/office/drawing/2014/main" id="{A6D1DB2F-0319-4210-BE93-E57F829EC9A0}"/>
                </a:ext>
              </a:extLst>
            </p:cNvPr>
            <p:cNvSpPr/>
            <p:nvPr/>
          </p:nvSpPr>
          <p:spPr>
            <a:xfrm>
              <a:off x="6771385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Zone">
              <a:extLst>
                <a:ext uri="{FF2B5EF4-FFF2-40B4-BE49-F238E27FC236}">
                  <a16:creationId xmlns:a16="http://schemas.microsoft.com/office/drawing/2014/main" id="{0ABA34CA-192E-41AD-9C13-456AAD1B1EF6}"/>
                </a:ext>
              </a:extLst>
            </p:cNvPr>
            <p:cNvSpPr/>
            <p:nvPr/>
          </p:nvSpPr>
          <p:spPr>
            <a:xfrm>
              <a:off x="5243245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Zone">
              <a:extLst>
                <a:ext uri="{FF2B5EF4-FFF2-40B4-BE49-F238E27FC236}">
                  <a16:creationId xmlns:a16="http://schemas.microsoft.com/office/drawing/2014/main" id="{88C16FAB-50ED-4425-8A7E-3E9A0B53A4E7}"/>
                </a:ext>
              </a:extLst>
            </p:cNvPr>
            <p:cNvSpPr/>
            <p:nvPr/>
          </p:nvSpPr>
          <p:spPr>
            <a:xfrm>
              <a:off x="6771385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Zone">
              <a:extLst>
                <a:ext uri="{FF2B5EF4-FFF2-40B4-BE49-F238E27FC236}">
                  <a16:creationId xmlns:a16="http://schemas.microsoft.com/office/drawing/2014/main" id="{E3630D1F-AD0B-44D5-B87C-35F2BD960BFB}"/>
                </a:ext>
              </a:extLst>
            </p:cNvPr>
            <p:cNvSpPr/>
            <p:nvPr/>
          </p:nvSpPr>
          <p:spPr>
            <a:xfrm>
              <a:off x="5243245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Zone">
              <a:extLst>
                <a:ext uri="{FF2B5EF4-FFF2-40B4-BE49-F238E27FC236}">
                  <a16:creationId xmlns:a16="http://schemas.microsoft.com/office/drawing/2014/main" id="{ABAE43BE-25C7-453D-B691-8E89E1589E07}"/>
                </a:ext>
              </a:extLst>
            </p:cNvPr>
            <p:cNvSpPr/>
            <p:nvPr/>
          </p:nvSpPr>
          <p:spPr>
            <a:xfrm>
              <a:off x="6771385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Zone">
              <a:extLst>
                <a:ext uri="{FF2B5EF4-FFF2-40B4-BE49-F238E27FC236}">
                  <a16:creationId xmlns:a16="http://schemas.microsoft.com/office/drawing/2014/main" id="{E4F48ED7-CE13-4EE4-AB29-4D30BF67C475}"/>
                </a:ext>
              </a:extLst>
            </p:cNvPr>
            <p:cNvSpPr/>
            <p:nvPr/>
          </p:nvSpPr>
          <p:spPr>
            <a:xfrm>
              <a:off x="8299523" y="40481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Zone">
              <a:extLst>
                <a:ext uri="{FF2B5EF4-FFF2-40B4-BE49-F238E27FC236}">
                  <a16:creationId xmlns:a16="http://schemas.microsoft.com/office/drawing/2014/main" id="{46649F76-3108-41AB-A876-77C2EB21F469}"/>
                </a:ext>
              </a:extLst>
            </p:cNvPr>
            <p:cNvSpPr/>
            <p:nvPr/>
          </p:nvSpPr>
          <p:spPr>
            <a:xfrm>
              <a:off x="8299525" y="190673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Zone">
              <a:extLst>
                <a:ext uri="{FF2B5EF4-FFF2-40B4-BE49-F238E27FC236}">
                  <a16:creationId xmlns:a16="http://schemas.microsoft.com/office/drawing/2014/main" id="{8BF11E51-4C45-4EE3-938A-1C6323CC1E49}"/>
                </a:ext>
              </a:extLst>
            </p:cNvPr>
            <p:cNvSpPr/>
            <p:nvPr/>
          </p:nvSpPr>
          <p:spPr>
            <a:xfrm>
              <a:off x="8299523" y="3408662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Zone">
              <a:extLst>
                <a:ext uri="{FF2B5EF4-FFF2-40B4-BE49-F238E27FC236}">
                  <a16:creationId xmlns:a16="http://schemas.microsoft.com/office/drawing/2014/main" id="{0936805C-570B-4F02-B1ED-E6C2672D1A8A}"/>
                </a:ext>
              </a:extLst>
            </p:cNvPr>
            <p:cNvSpPr/>
            <p:nvPr/>
          </p:nvSpPr>
          <p:spPr>
            <a:xfrm>
              <a:off x="8299523" y="4910587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2" name="Zone">
              <a:extLst>
                <a:ext uri="{FF2B5EF4-FFF2-40B4-BE49-F238E27FC236}">
                  <a16:creationId xmlns:a16="http://schemas.microsoft.com/office/drawing/2014/main" id="{62FE6514-B90E-4481-8F1D-2B003B6B46B7}"/>
                </a:ext>
              </a:extLst>
            </p:cNvPr>
            <p:cNvSpPr/>
            <p:nvPr/>
          </p:nvSpPr>
          <p:spPr>
            <a:xfrm>
              <a:off x="9827661" y="404813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3" name="Zone">
              <a:extLst>
                <a:ext uri="{FF2B5EF4-FFF2-40B4-BE49-F238E27FC236}">
                  <a16:creationId xmlns:a16="http://schemas.microsoft.com/office/drawing/2014/main" id="{AE68BFE3-F55F-4D3B-9058-313A5F0D0B83}"/>
                </a:ext>
              </a:extLst>
            </p:cNvPr>
            <p:cNvSpPr/>
            <p:nvPr/>
          </p:nvSpPr>
          <p:spPr>
            <a:xfrm>
              <a:off x="9827663" y="1906738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4" name="Zone">
              <a:extLst>
                <a:ext uri="{FF2B5EF4-FFF2-40B4-BE49-F238E27FC236}">
                  <a16:creationId xmlns:a16="http://schemas.microsoft.com/office/drawing/2014/main" id="{FF026F2F-3B40-4190-A97A-1405EAA097EE}"/>
                </a:ext>
              </a:extLst>
            </p:cNvPr>
            <p:cNvSpPr/>
            <p:nvPr/>
          </p:nvSpPr>
          <p:spPr>
            <a:xfrm>
              <a:off x="9827661" y="3408663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5" name="Zone">
              <a:extLst>
                <a:ext uri="{FF2B5EF4-FFF2-40B4-BE49-F238E27FC236}">
                  <a16:creationId xmlns:a16="http://schemas.microsoft.com/office/drawing/2014/main" id="{88298646-6EEA-4130-A16B-86C20DB11C5A}"/>
                </a:ext>
              </a:extLst>
            </p:cNvPr>
            <p:cNvSpPr/>
            <p:nvPr/>
          </p:nvSpPr>
          <p:spPr>
            <a:xfrm>
              <a:off x="9827661" y="4910588"/>
              <a:ext cx="1255261" cy="1255262"/>
            </a:xfrm>
            <a:prstGeom prst="rect">
              <a:avLst/>
            </a:prstGeom>
            <a:noFill/>
            <a:ln w="28575"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06420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11">
          <p15:clr>
            <a:srgbClr val="FBAE40"/>
          </p15:clr>
        </p15:guide>
        <p15:guide id="2" orient="horz" pos="2228">
          <p15:clr>
            <a:srgbClr val="FBAE40"/>
          </p15:clr>
        </p15:guide>
        <p15:guide id="3" pos="415">
          <p15:clr>
            <a:srgbClr val="FBAE40"/>
          </p15:clr>
        </p15:guide>
        <p15:guide id="5" pos="7242">
          <p15:clr>
            <a:srgbClr val="FBAE40"/>
          </p15:clr>
        </p15:guide>
        <p15:guide id="6" pos="1255">
          <p15:clr>
            <a:srgbClr val="FBAE40"/>
          </p15:clr>
        </p15:guide>
        <p15:guide id="7" orient="horz" pos="255">
          <p15:clr>
            <a:srgbClr val="FBAE40"/>
          </p15:clr>
        </p15:guide>
        <p15:guide id="8" orient="horz" pos="1094">
          <p15:clr>
            <a:srgbClr val="FBAE40"/>
          </p15:clr>
        </p15:guide>
        <p15:guide id="9" orient="horz" pos="4042">
          <p15:clr>
            <a:srgbClr val="FBAE40"/>
          </p15:clr>
        </p15:guide>
        <p15:guide id="11" pos="1413">
          <p15:clr>
            <a:srgbClr val="FBAE40"/>
          </p15:clr>
        </p15:guide>
        <p15:guide id="12" pos="6425">
          <p15:clr>
            <a:srgbClr val="FBAE40"/>
          </p15:clr>
        </p15:guide>
        <p15:guide id="13" orient="horz" pos="2069">
          <p15:clr>
            <a:srgbClr val="FBAE40"/>
          </p15:clr>
        </p15:guide>
        <p15:guide id="14" orient="horz" pos="3226">
          <p15:clr>
            <a:srgbClr val="FBAE40"/>
          </p15:clr>
        </p15:guide>
        <p15:guide id="15" pos="2230">
          <p15:clr>
            <a:srgbClr val="FBAE40"/>
          </p15:clr>
        </p15:guide>
        <p15:guide id="16" pos="3250">
          <p15:clr>
            <a:srgbClr val="FBAE40"/>
          </p15:clr>
        </p15:guide>
        <p15:guide id="17" orient="horz" pos="1253">
          <p15:clr>
            <a:srgbClr val="FBAE40"/>
          </p15:clr>
        </p15:guide>
        <p15:guide id="18" orient="horz" pos="3067">
          <p15:clr>
            <a:srgbClr val="FBAE40"/>
          </p15:clr>
        </p15:guide>
        <p15:guide id="19" pos="3432">
          <p15:clr>
            <a:srgbClr val="FBAE40"/>
          </p15:clr>
        </p15:guide>
        <p15:guide id="20" pos="4248">
          <p15:clr>
            <a:srgbClr val="FBAE40"/>
          </p15:clr>
        </p15:guide>
        <p15:guide id="21" pos="4407">
          <p15:clr>
            <a:srgbClr val="FBAE40"/>
          </p15:clr>
        </p15:guide>
        <p15:guide id="22" pos="5246">
          <p15:clr>
            <a:srgbClr val="FBAE40"/>
          </p15:clr>
        </p15:guide>
        <p15:guide id="23" pos="5428">
          <p15:clr>
            <a:srgbClr val="FBAE40"/>
          </p15:clr>
        </p15:guide>
        <p15:guide id="24" pos="62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0AD6BF-E651-C277-D6EA-35C54E4B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692392-D9D9-5A16-C587-B2956968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3A2820-08FD-4467-E7B6-88CED4F1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925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7EF7D-35B6-061D-0F12-6D1BAD85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396501-34C9-E7F3-9417-C26ABFCC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C5D5A9-2930-A5B0-A6B8-8CAE3A264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E426AA-D497-90DE-3962-5B950A80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072BD5-ACF4-84EA-503E-CC2C1E71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AD0236-3669-6F58-C460-6D523C32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75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4501B-0BA5-EC01-8A7F-9A985B6F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44EFF9-722F-15EA-F136-8B38FB252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A2A49-1EB9-BCC8-8775-72526E20F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441B81-8E7D-8EAC-7F89-00876A44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008B45-1DDB-7305-234C-71F64C83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8C5C0E-1B00-5FCD-5767-FB1E944C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407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1B352-DE94-ED2A-6189-2A9D0D65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CC9C2F-AF4E-CC11-A768-0335D94AC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C54C59-74D5-E42F-5561-F4342B38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58D084-C841-48C2-1234-334B0809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7E0D99-6B59-3F05-C704-CEE6CC3C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6612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E66E0A-AF0E-46E7-4227-1A6BDE6F4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536166-DDEF-3C68-74AD-C66F7DD2A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CA344E-2614-D845-AABE-18435B9C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EA8151-7C66-19CB-7BE9-5D17662E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F9380-AEDB-5650-76B5-2E263C11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068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4CD48B-EBE3-92B0-8980-2ACE00E8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492FBD-EE1A-F7A1-8958-F629E09E4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FD3749-EE73-83DC-FFAD-17DD6E74D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509D5-5CC3-4E9A-9788-DE47838398EF}" type="datetimeFigureOut">
              <a:rPr lang="es-CO" smtClean="0"/>
              <a:t>30/01/2026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55DD5E-F6E8-4B86-3314-51D20F117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F007C3-8DEC-264B-2116-DD520D758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F7848-CA87-4728-B825-F8AE5FFECAE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687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38DBB7E-0309-26D7-9272-A01524C6CFEA}"/>
              </a:ext>
            </a:extLst>
          </p:cNvPr>
          <p:cNvGrpSpPr/>
          <p:nvPr/>
        </p:nvGrpSpPr>
        <p:grpSpPr>
          <a:xfrm>
            <a:off x="416934" y="1393740"/>
            <a:ext cx="1392882" cy="4233923"/>
            <a:chOff x="-7453" y="849795"/>
            <a:chExt cx="1465656" cy="4474198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1F6E5274-1CE0-6B2F-0F15-369A404EBF09}"/>
                </a:ext>
              </a:extLst>
            </p:cNvPr>
            <p:cNvSpPr/>
            <p:nvPr/>
          </p:nvSpPr>
          <p:spPr>
            <a:xfrm>
              <a:off x="716100" y="3163992"/>
              <a:ext cx="720000" cy="72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91356B69-5A67-80ED-CA0E-D8B168B8A5FE}"/>
                </a:ext>
              </a:extLst>
            </p:cNvPr>
            <p:cNvGrpSpPr/>
            <p:nvPr/>
          </p:nvGrpSpPr>
          <p:grpSpPr>
            <a:xfrm>
              <a:off x="3900" y="849796"/>
              <a:ext cx="720000" cy="720000"/>
              <a:chOff x="3006148" y="596408"/>
              <a:chExt cx="720000" cy="720000"/>
            </a:xfrm>
          </p:grpSpPr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B70172F8-4C29-152F-496C-3F4373C9A4CA}"/>
                  </a:ext>
                </a:extLst>
              </p:cNvPr>
              <p:cNvSpPr/>
              <p:nvPr/>
            </p:nvSpPr>
            <p:spPr>
              <a:xfrm>
                <a:off x="3006148" y="596408"/>
                <a:ext cx="720000" cy="72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2363" dirty="0"/>
                  <a:t>2</a:t>
                </a:r>
              </a:p>
            </p:txBody>
          </p:sp>
          <p:pic>
            <p:nvPicPr>
              <p:cNvPr id="18" name="Gráfico 17" descr="Tenue (sol medio) con relleno sólido">
                <a:extLst>
                  <a:ext uri="{FF2B5EF4-FFF2-40B4-BE49-F238E27FC236}">
                    <a16:creationId xmlns:a16="http://schemas.microsoft.com/office/drawing/2014/main" id="{48B5CAD6-5043-09A8-D710-41C0C37B6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006148" y="596408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F8800AEB-C441-A580-A043-9A07B3DC25CF}"/>
                </a:ext>
              </a:extLst>
            </p:cNvPr>
            <p:cNvSpPr/>
            <p:nvPr/>
          </p:nvSpPr>
          <p:spPr>
            <a:xfrm>
              <a:off x="716100" y="3883992"/>
              <a:ext cx="720000" cy="72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381263AE-948F-B5DD-4192-3BDC02EAF2EC}"/>
                </a:ext>
              </a:extLst>
            </p:cNvPr>
            <p:cNvSpPr/>
            <p:nvPr/>
          </p:nvSpPr>
          <p:spPr>
            <a:xfrm>
              <a:off x="716100" y="4603992"/>
              <a:ext cx="720000" cy="72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F9C16DB0-939E-3E82-6228-A0B01D60598D}"/>
                </a:ext>
              </a:extLst>
            </p:cNvPr>
            <p:cNvSpPr/>
            <p:nvPr/>
          </p:nvSpPr>
          <p:spPr>
            <a:xfrm>
              <a:off x="0" y="3142414"/>
              <a:ext cx="720000" cy="72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A8BD11B-664B-FF4F-B860-4DA92CC65BB0}"/>
                </a:ext>
              </a:extLst>
            </p:cNvPr>
            <p:cNvSpPr/>
            <p:nvPr/>
          </p:nvSpPr>
          <p:spPr>
            <a:xfrm>
              <a:off x="0" y="3873203"/>
              <a:ext cx="720000" cy="72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C0D850C-2FDE-F96C-FF03-653EB32D9DC4}"/>
                </a:ext>
              </a:extLst>
            </p:cNvPr>
            <p:cNvSpPr/>
            <p:nvPr/>
          </p:nvSpPr>
          <p:spPr>
            <a:xfrm>
              <a:off x="0" y="4603993"/>
              <a:ext cx="720000" cy="720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945687D2-CA58-85C7-6F62-9181FB523610}"/>
                </a:ext>
              </a:extLst>
            </p:cNvPr>
            <p:cNvSpPr/>
            <p:nvPr/>
          </p:nvSpPr>
          <p:spPr>
            <a:xfrm>
              <a:off x="738203" y="1646132"/>
              <a:ext cx="720000" cy="7200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C86F9C1-8858-60A8-3D4B-8CA58DE3F12D}"/>
                </a:ext>
              </a:extLst>
            </p:cNvPr>
            <p:cNvSpPr/>
            <p:nvPr/>
          </p:nvSpPr>
          <p:spPr>
            <a:xfrm>
              <a:off x="0" y="2410398"/>
              <a:ext cx="720000" cy="72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1EFF913D-4C60-1898-AD76-7599696A213E}"/>
                </a:ext>
              </a:extLst>
            </p:cNvPr>
            <p:cNvSpPr/>
            <p:nvPr/>
          </p:nvSpPr>
          <p:spPr>
            <a:xfrm>
              <a:off x="716100" y="2395996"/>
              <a:ext cx="720000" cy="72000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FCFE454D-0629-F2EC-48AE-00776B585556}"/>
                </a:ext>
              </a:extLst>
            </p:cNvPr>
            <p:cNvSpPr/>
            <p:nvPr/>
          </p:nvSpPr>
          <p:spPr>
            <a:xfrm>
              <a:off x="-7453" y="1635612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F768C68-26B1-FA15-5551-F5D89086A46B}"/>
                </a:ext>
              </a:extLst>
            </p:cNvPr>
            <p:cNvGrpSpPr/>
            <p:nvPr/>
          </p:nvGrpSpPr>
          <p:grpSpPr>
            <a:xfrm>
              <a:off x="723900" y="849795"/>
              <a:ext cx="720000" cy="720001"/>
              <a:chOff x="716100" y="897676"/>
              <a:chExt cx="720000" cy="720000"/>
            </a:xfrm>
          </p:grpSpPr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5FA0A740-A893-448B-A17B-160CF940DF6E}"/>
                  </a:ext>
                </a:extLst>
              </p:cNvPr>
              <p:cNvSpPr/>
              <p:nvPr/>
            </p:nvSpPr>
            <p:spPr>
              <a:xfrm>
                <a:off x="716100" y="897676"/>
                <a:ext cx="720000" cy="72000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363" dirty="0"/>
              </a:p>
            </p:txBody>
          </p:sp>
          <p:pic>
            <p:nvPicPr>
              <p:cNvPr id="16" name="Gráfico 15" descr="Luna y estrellas con relleno sólido">
                <a:extLst>
                  <a:ext uri="{FF2B5EF4-FFF2-40B4-BE49-F238E27FC236}">
                    <a16:creationId xmlns:a16="http://schemas.microsoft.com/office/drawing/2014/main" id="{E1769F8D-E120-356B-0C81-F4C192E9E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12475" y="998595"/>
                <a:ext cx="527251" cy="518163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1922316-FA29-49BB-AB97-9A5E2BB97706}"/>
              </a:ext>
            </a:extLst>
          </p:cNvPr>
          <p:cNvGrpSpPr/>
          <p:nvPr/>
        </p:nvGrpSpPr>
        <p:grpSpPr>
          <a:xfrm>
            <a:off x="2782258" y="2356366"/>
            <a:ext cx="8454264" cy="2145268"/>
            <a:chOff x="2825869" y="4144306"/>
            <a:chExt cx="8454264" cy="2145268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84A549EB-C35C-9AFD-596B-7EAAB5E6C975}"/>
                </a:ext>
              </a:extLst>
            </p:cNvPr>
            <p:cNvSpPr/>
            <p:nvPr/>
          </p:nvSpPr>
          <p:spPr>
            <a:xfrm>
              <a:off x="6511924" y="4294712"/>
              <a:ext cx="4768209" cy="822898"/>
            </a:xfrm>
            <a:prstGeom prst="bracePair">
              <a:avLst/>
            </a:prstGeom>
            <a:noFill/>
            <a:ln w="28575">
              <a:solidFill>
                <a:srgbClr val="D88C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CO" sz="4800" dirty="0">
                  <a:solidFill>
                    <a:srgbClr val="F8F8F8"/>
                  </a:solidFill>
                  <a:latin typeface="Superia" panose="02000503020000020004" pitchFamily="2" charset="0"/>
                  <a:cs typeface="Chakra Petch" panose="00000500000000000000" pitchFamily="2" charset="-34"/>
                </a:rPr>
                <a:t>Text Font: </a:t>
              </a:r>
              <a:r>
                <a:rPr lang="es-CO" sz="4800" dirty="0" err="1">
                  <a:solidFill>
                    <a:srgbClr val="F8F8F8"/>
                  </a:solidFill>
                  <a:latin typeface="Superia" panose="02000503020000020004" pitchFamily="2" charset="0"/>
                  <a:cs typeface="Chakra Petch" panose="00000500000000000000" pitchFamily="2" charset="-34"/>
                </a:rPr>
                <a:t>Superia</a:t>
              </a:r>
              <a:endParaRPr lang="es-CO" sz="4800" dirty="0">
                <a:solidFill>
                  <a:srgbClr val="F8F8F8"/>
                </a:solidFill>
                <a:latin typeface="Superia" panose="02000503020000020004" pitchFamily="2" charset="0"/>
                <a:cs typeface="Chakra Petch" panose="00000500000000000000" pitchFamily="2" charset="-34"/>
              </a:endParaRPr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917C2C6E-689E-022E-9528-9B4CE3491F34}"/>
                </a:ext>
              </a:extLst>
            </p:cNvPr>
            <p:cNvSpPr/>
            <p:nvPr/>
          </p:nvSpPr>
          <p:spPr>
            <a:xfrm>
              <a:off x="2825869" y="4144306"/>
              <a:ext cx="3115590" cy="2145268"/>
            </a:xfrm>
            <a:prstGeom prst="bracketPair">
              <a:avLst/>
            </a:prstGeom>
            <a:noFill/>
            <a:ln>
              <a:solidFill>
                <a:srgbClr val="D88C8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6000" dirty="0" err="1">
                  <a:solidFill>
                    <a:schemeClr val="tx1">
                      <a:lumMod val="10000"/>
                      <a:lumOff val="90000"/>
                    </a:schemeClr>
                  </a:solidFill>
                  <a:latin typeface="Tmilk" panose="02000503000000000000" pitchFamily="2" charset="0"/>
                </a:rPr>
                <a:t>Title</a:t>
              </a:r>
              <a:r>
                <a:rPr lang="es-CO" sz="6000" dirty="0">
                  <a:solidFill>
                    <a:schemeClr val="tx1">
                      <a:lumMod val="10000"/>
                      <a:lumOff val="90000"/>
                    </a:schemeClr>
                  </a:solidFill>
                  <a:latin typeface="Tmilk" panose="02000503000000000000" pitchFamily="2" charset="0"/>
                </a:rPr>
                <a:t> Font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77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0DCEDC-DEC9-4515-B22A-2F1458A5A620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9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s-CO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5F2C2C-0607-4BF5-9932-8C7A035D6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79036"/>
            <a:ext cx="12192000" cy="62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6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1590A-4BBA-4C26-BBB0-C1EDAF2634AA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9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s-CO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623FFD0-91B6-4BD8-AB16-E96B35864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27094"/>
            <a:ext cx="12192000" cy="40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2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D484262-280D-45E9-9292-5D7346D9BD18}"/>
              </a:ext>
            </a:extLst>
          </p:cNvPr>
          <p:cNvGrpSpPr/>
          <p:nvPr/>
        </p:nvGrpSpPr>
        <p:grpSpPr>
          <a:xfrm>
            <a:off x="416934" y="1393740"/>
            <a:ext cx="1392882" cy="4233923"/>
            <a:chOff x="-7453" y="849795"/>
            <a:chExt cx="1465656" cy="4474198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86650DAF-258D-4A13-A9EF-5388917F4024}"/>
                </a:ext>
              </a:extLst>
            </p:cNvPr>
            <p:cNvSpPr/>
            <p:nvPr/>
          </p:nvSpPr>
          <p:spPr>
            <a:xfrm>
              <a:off x="716100" y="3163992"/>
              <a:ext cx="720000" cy="72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BBD19A73-DD02-4313-9D6F-C6042359A662}"/>
                </a:ext>
              </a:extLst>
            </p:cNvPr>
            <p:cNvGrpSpPr/>
            <p:nvPr/>
          </p:nvGrpSpPr>
          <p:grpSpPr>
            <a:xfrm>
              <a:off x="3900" y="849796"/>
              <a:ext cx="720000" cy="720000"/>
              <a:chOff x="3006148" y="596408"/>
              <a:chExt cx="720000" cy="720000"/>
            </a:xfrm>
          </p:grpSpPr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033FC958-FEAF-4556-8E2B-F4F3E04FDB14}"/>
                  </a:ext>
                </a:extLst>
              </p:cNvPr>
              <p:cNvSpPr/>
              <p:nvPr/>
            </p:nvSpPr>
            <p:spPr>
              <a:xfrm>
                <a:off x="3006148" y="596408"/>
                <a:ext cx="720000" cy="72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2363" dirty="0"/>
                  <a:t>2</a:t>
                </a:r>
              </a:p>
            </p:txBody>
          </p:sp>
          <p:pic>
            <p:nvPicPr>
              <p:cNvPr id="18" name="Gráfico 17" descr="Tenue (sol medio) con relleno sólido">
                <a:extLst>
                  <a:ext uri="{FF2B5EF4-FFF2-40B4-BE49-F238E27FC236}">
                    <a16:creationId xmlns:a16="http://schemas.microsoft.com/office/drawing/2014/main" id="{058C482C-B11B-4AEC-80FA-30F181C6BF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006148" y="596408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2385BC48-A6C7-48DE-B7D0-925459324082}"/>
                </a:ext>
              </a:extLst>
            </p:cNvPr>
            <p:cNvSpPr/>
            <p:nvPr/>
          </p:nvSpPr>
          <p:spPr>
            <a:xfrm>
              <a:off x="716100" y="3883992"/>
              <a:ext cx="720000" cy="72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3CA045F4-6C6A-4672-AB69-74AD19DACB16}"/>
                </a:ext>
              </a:extLst>
            </p:cNvPr>
            <p:cNvSpPr/>
            <p:nvPr/>
          </p:nvSpPr>
          <p:spPr>
            <a:xfrm>
              <a:off x="716100" y="4603992"/>
              <a:ext cx="720000" cy="72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36069A3E-BE99-453A-8761-C0C304AF5B23}"/>
                </a:ext>
              </a:extLst>
            </p:cNvPr>
            <p:cNvSpPr/>
            <p:nvPr/>
          </p:nvSpPr>
          <p:spPr>
            <a:xfrm>
              <a:off x="0" y="3142414"/>
              <a:ext cx="720000" cy="72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A61D413E-5F62-42A5-96C7-FA4430AA4A05}"/>
                </a:ext>
              </a:extLst>
            </p:cNvPr>
            <p:cNvSpPr/>
            <p:nvPr/>
          </p:nvSpPr>
          <p:spPr>
            <a:xfrm>
              <a:off x="0" y="3873203"/>
              <a:ext cx="720000" cy="72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A81C12F-F04C-45A7-9643-A2451EB07CD0}"/>
                </a:ext>
              </a:extLst>
            </p:cNvPr>
            <p:cNvSpPr/>
            <p:nvPr/>
          </p:nvSpPr>
          <p:spPr>
            <a:xfrm>
              <a:off x="0" y="4603993"/>
              <a:ext cx="720000" cy="720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CFC78C71-A10C-41B4-89F2-4CD855BBF0C2}"/>
                </a:ext>
              </a:extLst>
            </p:cNvPr>
            <p:cNvSpPr/>
            <p:nvPr/>
          </p:nvSpPr>
          <p:spPr>
            <a:xfrm>
              <a:off x="738203" y="1646132"/>
              <a:ext cx="720000" cy="7200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6CDCA4B-ED63-4D7B-B00F-BDEDE7436571}"/>
                </a:ext>
              </a:extLst>
            </p:cNvPr>
            <p:cNvSpPr/>
            <p:nvPr/>
          </p:nvSpPr>
          <p:spPr>
            <a:xfrm>
              <a:off x="0" y="2410398"/>
              <a:ext cx="720000" cy="72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CAB85DB3-D562-4C4D-B95D-761DF543A8CC}"/>
                </a:ext>
              </a:extLst>
            </p:cNvPr>
            <p:cNvSpPr/>
            <p:nvPr/>
          </p:nvSpPr>
          <p:spPr>
            <a:xfrm>
              <a:off x="716100" y="2395996"/>
              <a:ext cx="720000" cy="72000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8B27010A-DF1C-4FD8-AA51-D86433201668}"/>
                </a:ext>
              </a:extLst>
            </p:cNvPr>
            <p:cNvSpPr/>
            <p:nvPr/>
          </p:nvSpPr>
          <p:spPr>
            <a:xfrm>
              <a:off x="-7453" y="1635612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9427DDBA-9DD7-4F57-BD1F-2F2D5EAC3FAF}"/>
                </a:ext>
              </a:extLst>
            </p:cNvPr>
            <p:cNvGrpSpPr/>
            <p:nvPr/>
          </p:nvGrpSpPr>
          <p:grpSpPr>
            <a:xfrm>
              <a:off x="723900" y="849795"/>
              <a:ext cx="720000" cy="720001"/>
              <a:chOff x="716100" y="897676"/>
              <a:chExt cx="720000" cy="720000"/>
            </a:xfrm>
          </p:grpSpPr>
          <p:sp>
            <p:nvSpPr>
              <p:cNvPr id="15" name="Rectángulo: esquinas redondeadas 14">
                <a:extLst>
                  <a:ext uri="{FF2B5EF4-FFF2-40B4-BE49-F238E27FC236}">
                    <a16:creationId xmlns:a16="http://schemas.microsoft.com/office/drawing/2014/main" id="{BF3B657A-F3B9-41C1-8B4C-FD6900128DC0}"/>
                  </a:ext>
                </a:extLst>
              </p:cNvPr>
              <p:cNvSpPr/>
              <p:nvPr/>
            </p:nvSpPr>
            <p:spPr>
              <a:xfrm>
                <a:off x="716100" y="897676"/>
                <a:ext cx="720000" cy="72000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363" dirty="0"/>
              </a:p>
            </p:txBody>
          </p:sp>
          <p:pic>
            <p:nvPicPr>
              <p:cNvPr id="16" name="Gráfico 15" descr="Luna y estrellas con relleno sólido">
                <a:extLst>
                  <a:ext uri="{FF2B5EF4-FFF2-40B4-BE49-F238E27FC236}">
                    <a16:creationId xmlns:a16="http://schemas.microsoft.com/office/drawing/2014/main" id="{B349E3F9-93BF-4DA2-B424-51BAC60DB3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12475" y="998595"/>
                <a:ext cx="527251" cy="51816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264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ACA398F-CE15-481E-969F-896AAB0DA5B4}"/>
              </a:ext>
            </a:extLst>
          </p:cNvPr>
          <p:cNvSpPr/>
          <p:nvPr/>
        </p:nvSpPr>
        <p:spPr>
          <a:xfrm>
            <a:off x="1" y="0"/>
            <a:ext cx="7943850" cy="6858000"/>
          </a:xfrm>
          <a:prstGeom prst="rect">
            <a:avLst/>
          </a:prstGeom>
          <a:solidFill>
            <a:srgbClr val="202521"/>
          </a:solidFill>
          <a:ln w="129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s-CO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F418EE-0173-46C4-BCE0-FC0D811B1D02}"/>
              </a:ext>
            </a:extLst>
          </p:cNvPr>
          <p:cNvSpPr/>
          <p:nvPr/>
        </p:nvSpPr>
        <p:spPr>
          <a:xfrm rot="5400000">
            <a:off x="4301963" y="-1175664"/>
            <a:ext cx="897366" cy="4913783"/>
          </a:xfrm>
          <a:prstGeom prst="roundRect">
            <a:avLst>
              <a:gd name="adj" fmla="val 50000"/>
            </a:avLst>
          </a:prstGeom>
          <a:solidFill>
            <a:srgbClr val="263738"/>
          </a:solidFill>
          <a:ln w="28575" cap="flat">
            <a:solidFill>
              <a:srgbClr val="464F3E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s-CO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0F3979-C461-4ABB-8C9F-538AF6EA4ED5}"/>
              </a:ext>
            </a:extLst>
          </p:cNvPr>
          <p:cNvGrpSpPr/>
          <p:nvPr/>
        </p:nvGrpSpPr>
        <p:grpSpPr>
          <a:xfrm>
            <a:off x="1235075" y="675805"/>
            <a:ext cx="897366" cy="4913783"/>
            <a:chOff x="3216275" y="1199520"/>
            <a:chExt cx="897366" cy="491378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CFA4D59-CC39-404E-94A2-4B0A20CF5D54}"/>
                </a:ext>
              </a:extLst>
            </p:cNvPr>
            <p:cNvSpPr/>
            <p:nvPr/>
          </p:nvSpPr>
          <p:spPr>
            <a:xfrm>
              <a:off x="3216275" y="1199520"/>
              <a:ext cx="897366" cy="4913783"/>
            </a:xfrm>
            <a:prstGeom prst="roundRect">
              <a:avLst>
                <a:gd name="adj" fmla="val 50000"/>
              </a:avLst>
            </a:prstGeom>
            <a:solidFill>
              <a:srgbClr val="263738"/>
            </a:solidFill>
            <a:ln w="28575" cap="flat">
              <a:solidFill>
                <a:srgbClr val="464F3E"/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lang="es-CO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18B4B2C-B658-4EFA-B210-181921FE66D6}"/>
                </a:ext>
              </a:extLst>
            </p:cNvPr>
            <p:cNvGrpSpPr/>
            <p:nvPr/>
          </p:nvGrpSpPr>
          <p:grpSpPr>
            <a:xfrm>
              <a:off x="3462694" y="1489240"/>
              <a:ext cx="405080" cy="4338005"/>
              <a:chOff x="3462694" y="1489240"/>
              <a:chExt cx="405080" cy="4338005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FB6BAB5-11CE-4248-96B4-6A595516CE3B}"/>
                  </a:ext>
                </a:extLst>
              </p:cNvPr>
              <p:cNvSpPr/>
              <p:nvPr/>
            </p:nvSpPr>
            <p:spPr>
              <a:xfrm>
                <a:off x="3462694" y="2051086"/>
                <a:ext cx="405080" cy="405080"/>
              </a:xfrm>
              <a:prstGeom prst="ellipse">
                <a:avLst/>
              </a:prstGeom>
              <a:solidFill>
                <a:srgbClr val="20214A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5CB39A0-8C87-4269-903F-00277BFE0E02}"/>
                  </a:ext>
                </a:extLst>
              </p:cNvPr>
              <p:cNvSpPr/>
              <p:nvPr/>
            </p:nvSpPr>
            <p:spPr>
              <a:xfrm>
                <a:off x="3462694" y="2612933"/>
                <a:ext cx="405080" cy="405080"/>
              </a:xfrm>
              <a:prstGeom prst="ellipse">
                <a:avLst/>
              </a:prstGeom>
              <a:solidFill>
                <a:srgbClr val="572D23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3CA28A7-3B5E-4352-852A-344DAD8C1119}"/>
                  </a:ext>
                </a:extLst>
              </p:cNvPr>
              <p:cNvSpPr/>
              <p:nvPr/>
            </p:nvSpPr>
            <p:spPr>
              <a:xfrm>
                <a:off x="3462694" y="3174779"/>
                <a:ext cx="405080" cy="405080"/>
              </a:xfrm>
              <a:prstGeom prst="ellipse">
                <a:avLst/>
              </a:prstGeom>
              <a:solidFill>
                <a:srgbClr val="414D2A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DA66ECB-996D-4B53-85BE-32D21098C0A6}"/>
                  </a:ext>
                </a:extLst>
              </p:cNvPr>
              <p:cNvSpPr/>
              <p:nvPr/>
            </p:nvSpPr>
            <p:spPr>
              <a:xfrm>
                <a:off x="3462694" y="3736626"/>
                <a:ext cx="405080" cy="405080"/>
              </a:xfrm>
              <a:prstGeom prst="ellipse">
                <a:avLst/>
              </a:prstGeom>
              <a:solidFill>
                <a:srgbClr val="AC2138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FB01D35-F0B7-4385-B89E-99FF8015E68B}"/>
                  </a:ext>
                </a:extLst>
              </p:cNvPr>
              <p:cNvSpPr/>
              <p:nvPr/>
            </p:nvSpPr>
            <p:spPr>
              <a:xfrm>
                <a:off x="3462694" y="4298473"/>
                <a:ext cx="405080" cy="405080"/>
              </a:xfrm>
              <a:prstGeom prst="ellipse">
                <a:avLst/>
              </a:prstGeom>
              <a:solidFill>
                <a:srgbClr val="97611E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15759D-732E-4A02-8C92-D1373159F554}"/>
                  </a:ext>
                </a:extLst>
              </p:cNvPr>
              <p:cNvSpPr/>
              <p:nvPr/>
            </p:nvSpPr>
            <p:spPr>
              <a:xfrm>
                <a:off x="3462694" y="4860319"/>
                <a:ext cx="405080" cy="405080"/>
              </a:xfrm>
              <a:prstGeom prst="ellipse">
                <a:avLst/>
              </a:prstGeom>
              <a:solidFill>
                <a:srgbClr val="533057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E5CE798-7078-4C58-944F-FD56D844F8AE}"/>
                  </a:ext>
                </a:extLst>
              </p:cNvPr>
              <p:cNvSpPr/>
              <p:nvPr/>
            </p:nvSpPr>
            <p:spPr>
              <a:xfrm>
                <a:off x="3462694" y="5422165"/>
                <a:ext cx="405080" cy="405080"/>
              </a:xfrm>
              <a:prstGeom prst="ellipse">
                <a:avLst/>
              </a:prstGeom>
              <a:pattFill prst="lgCheck">
                <a:fgClr>
                  <a:schemeClr val="tx1"/>
                </a:fgClr>
                <a:bgClr>
                  <a:schemeClr val="bg1">
                    <a:lumMod val="20000"/>
                    <a:lumOff val="80000"/>
                  </a:schemeClr>
                </a:bgClr>
              </a:patt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95A6617-4FD9-4358-8826-B08983D78F34}"/>
                  </a:ext>
                </a:extLst>
              </p:cNvPr>
              <p:cNvSpPr/>
              <p:nvPr/>
            </p:nvSpPr>
            <p:spPr>
              <a:xfrm>
                <a:off x="3462694" y="1489240"/>
                <a:ext cx="405080" cy="405080"/>
              </a:xfrm>
              <a:prstGeom prst="ellipse">
                <a:avLst/>
              </a:prstGeom>
              <a:solidFill>
                <a:srgbClr val="D8D6CE"/>
              </a:solidFill>
              <a:ln w="2857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es-CO">
                  <a:solidFill>
                    <a:srgbClr val="414D2A"/>
                  </a:solidFill>
                </a:endParaRPr>
              </a:p>
            </p:txBody>
          </p:sp>
        </p:grp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7811EDC-E4D9-494F-B371-BD90342C3B92}"/>
              </a:ext>
            </a:extLst>
          </p:cNvPr>
          <p:cNvSpPr/>
          <p:nvPr/>
        </p:nvSpPr>
        <p:spPr>
          <a:xfrm rot="5400000">
            <a:off x="2408055" y="1989138"/>
            <a:ext cx="897366" cy="897367"/>
          </a:xfrm>
          <a:prstGeom prst="roundRect">
            <a:avLst>
              <a:gd name="adj" fmla="val 28771"/>
            </a:avLst>
          </a:prstGeom>
          <a:solidFill>
            <a:srgbClr val="263738"/>
          </a:solidFill>
          <a:ln w="28575" cap="flat">
            <a:solidFill>
              <a:srgbClr val="464F3E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343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6A8831-7E07-4AEE-8F1B-2FE04431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90613"/>
            <a:ext cx="1175385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0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DFE1E0-11F9-4B8A-8967-FF6E6583B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813"/>
            <a:ext cx="1175385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8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atrón de fondo  Descripción generada automáticamente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upo 1">
            <a:extLst>
              <a:ext uri="{FF2B5EF4-FFF2-40B4-BE49-F238E27FC236}">
                <a16:creationId xmlns:a16="http://schemas.microsoft.com/office/drawing/2014/main" id="{7702C37B-040F-4ED6-92B9-29511B4B50A9}"/>
              </a:ext>
            </a:extLst>
          </p:cNvPr>
          <p:cNvGrpSpPr/>
          <p:nvPr/>
        </p:nvGrpSpPr>
        <p:grpSpPr>
          <a:xfrm>
            <a:off x="416934" y="1393740"/>
            <a:ext cx="1392882" cy="4233923"/>
            <a:chOff x="-7453" y="849795"/>
            <a:chExt cx="1465656" cy="4474198"/>
          </a:xfrm>
        </p:grpSpPr>
        <p:sp>
          <p:nvSpPr>
            <p:cNvPr id="4" name="Rectángulo: esquinas redondeadas 2">
              <a:extLst>
                <a:ext uri="{FF2B5EF4-FFF2-40B4-BE49-F238E27FC236}">
                  <a16:creationId xmlns:a16="http://schemas.microsoft.com/office/drawing/2014/main" id="{336A5251-FAD5-4B5E-A8D3-1ED026FAD81C}"/>
                </a:ext>
              </a:extLst>
            </p:cNvPr>
            <p:cNvSpPr/>
            <p:nvPr/>
          </p:nvSpPr>
          <p:spPr>
            <a:xfrm>
              <a:off x="716100" y="3163992"/>
              <a:ext cx="720000" cy="72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grpSp>
          <p:nvGrpSpPr>
            <p:cNvPr id="5" name="Grupo 3">
              <a:extLst>
                <a:ext uri="{FF2B5EF4-FFF2-40B4-BE49-F238E27FC236}">
                  <a16:creationId xmlns:a16="http://schemas.microsoft.com/office/drawing/2014/main" id="{AD5F3CA0-AE64-44B6-BC17-D29CA458532A}"/>
                </a:ext>
              </a:extLst>
            </p:cNvPr>
            <p:cNvGrpSpPr/>
            <p:nvPr/>
          </p:nvGrpSpPr>
          <p:grpSpPr>
            <a:xfrm>
              <a:off x="3900" y="849796"/>
              <a:ext cx="720000" cy="720000"/>
              <a:chOff x="3006148" y="596408"/>
              <a:chExt cx="720000" cy="720000"/>
            </a:xfrm>
          </p:grpSpPr>
          <p:sp>
            <p:nvSpPr>
              <p:cNvPr id="18" name="Rectángulo: esquinas redondeadas 16">
                <a:extLst>
                  <a:ext uri="{FF2B5EF4-FFF2-40B4-BE49-F238E27FC236}">
                    <a16:creationId xmlns:a16="http://schemas.microsoft.com/office/drawing/2014/main" id="{2C5AF7E7-B7CE-45DE-AB7C-6683ED5A81ED}"/>
                  </a:ext>
                </a:extLst>
              </p:cNvPr>
              <p:cNvSpPr/>
              <p:nvPr/>
            </p:nvSpPr>
            <p:spPr>
              <a:xfrm>
                <a:off x="3006148" y="596408"/>
                <a:ext cx="720000" cy="72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2363" dirty="0"/>
                  <a:t>2</a:t>
                </a:r>
              </a:p>
            </p:txBody>
          </p:sp>
          <p:pic>
            <p:nvPicPr>
              <p:cNvPr id="19" name="Gráfico 17" descr="Tenue (sol medio) con relleno sólido">
                <a:extLst>
                  <a:ext uri="{FF2B5EF4-FFF2-40B4-BE49-F238E27FC236}">
                    <a16:creationId xmlns:a16="http://schemas.microsoft.com/office/drawing/2014/main" id="{358D561A-C848-465D-B737-D972B3E66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06148" y="596408"/>
                <a:ext cx="720000" cy="720000"/>
              </a:xfrm>
              <a:prstGeom prst="rect">
                <a:avLst/>
              </a:prstGeom>
            </p:spPr>
          </p:pic>
        </p:grpSp>
        <p:sp>
          <p:nvSpPr>
            <p:cNvPr id="6" name="Rectángulo: esquinas redondeadas 4">
              <a:extLst>
                <a:ext uri="{FF2B5EF4-FFF2-40B4-BE49-F238E27FC236}">
                  <a16:creationId xmlns:a16="http://schemas.microsoft.com/office/drawing/2014/main" id="{70776120-47CD-4CFD-8419-07BEB5C0AA2A}"/>
                </a:ext>
              </a:extLst>
            </p:cNvPr>
            <p:cNvSpPr/>
            <p:nvPr/>
          </p:nvSpPr>
          <p:spPr>
            <a:xfrm>
              <a:off x="716100" y="3883992"/>
              <a:ext cx="720000" cy="72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7" name="Rectángulo: esquinas redondeadas 5">
              <a:extLst>
                <a:ext uri="{FF2B5EF4-FFF2-40B4-BE49-F238E27FC236}">
                  <a16:creationId xmlns:a16="http://schemas.microsoft.com/office/drawing/2014/main" id="{9C39713D-3714-4265-A238-9E2F35319B04}"/>
                </a:ext>
              </a:extLst>
            </p:cNvPr>
            <p:cNvSpPr/>
            <p:nvPr/>
          </p:nvSpPr>
          <p:spPr>
            <a:xfrm>
              <a:off x="716100" y="4603992"/>
              <a:ext cx="720000" cy="72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8" name="Rectángulo: esquinas redondeadas 6">
              <a:extLst>
                <a:ext uri="{FF2B5EF4-FFF2-40B4-BE49-F238E27FC236}">
                  <a16:creationId xmlns:a16="http://schemas.microsoft.com/office/drawing/2014/main" id="{4721C598-014A-408D-9209-E8525E88DB3E}"/>
                </a:ext>
              </a:extLst>
            </p:cNvPr>
            <p:cNvSpPr/>
            <p:nvPr/>
          </p:nvSpPr>
          <p:spPr>
            <a:xfrm>
              <a:off x="0" y="3142414"/>
              <a:ext cx="720000" cy="72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9" name="Rectángulo: esquinas redondeadas 7">
              <a:extLst>
                <a:ext uri="{FF2B5EF4-FFF2-40B4-BE49-F238E27FC236}">
                  <a16:creationId xmlns:a16="http://schemas.microsoft.com/office/drawing/2014/main" id="{4EFD2A4A-EAA8-4FF9-846E-355219DE382A}"/>
                </a:ext>
              </a:extLst>
            </p:cNvPr>
            <p:cNvSpPr/>
            <p:nvPr/>
          </p:nvSpPr>
          <p:spPr>
            <a:xfrm>
              <a:off x="0" y="3873203"/>
              <a:ext cx="720000" cy="72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0" name="Rectángulo: esquinas redondeadas 8">
              <a:extLst>
                <a:ext uri="{FF2B5EF4-FFF2-40B4-BE49-F238E27FC236}">
                  <a16:creationId xmlns:a16="http://schemas.microsoft.com/office/drawing/2014/main" id="{0C15D527-794A-44AA-9D71-66466552A990}"/>
                </a:ext>
              </a:extLst>
            </p:cNvPr>
            <p:cNvSpPr/>
            <p:nvPr/>
          </p:nvSpPr>
          <p:spPr>
            <a:xfrm>
              <a:off x="0" y="4603993"/>
              <a:ext cx="720000" cy="720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1" name="Rectángulo: esquinas redondeadas 9">
              <a:extLst>
                <a:ext uri="{FF2B5EF4-FFF2-40B4-BE49-F238E27FC236}">
                  <a16:creationId xmlns:a16="http://schemas.microsoft.com/office/drawing/2014/main" id="{071BEFBA-A95D-413F-8F12-133FBC3DADBF}"/>
                </a:ext>
              </a:extLst>
            </p:cNvPr>
            <p:cNvSpPr/>
            <p:nvPr/>
          </p:nvSpPr>
          <p:spPr>
            <a:xfrm>
              <a:off x="738203" y="1646132"/>
              <a:ext cx="720000" cy="7200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sp>
          <p:nvSpPr>
            <p:cNvPr id="12" name="Rectángulo: esquinas redondeadas 10">
              <a:extLst>
                <a:ext uri="{FF2B5EF4-FFF2-40B4-BE49-F238E27FC236}">
                  <a16:creationId xmlns:a16="http://schemas.microsoft.com/office/drawing/2014/main" id="{1F8B1760-ADD5-4438-ADCE-7679CC553F40}"/>
                </a:ext>
              </a:extLst>
            </p:cNvPr>
            <p:cNvSpPr/>
            <p:nvPr/>
          </p:nvSpPr>
          <p:spPr>
            <a:xfrm>
              <a:off x="0" y="2410398"/>
              <a:ext cx="720000" cy="72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3" name="Rectángulo: esquinas redondeadas 11">
              <a:extLst>
                <a:ext uri="{FF2B5EF4-FFF2-40B4-BE49-F238E27FC236}">
                  <a16:creationId xmlns:a16="http://schemas.microsoft.com/office/drawing/2014/main" id="{D5A7EA6B-8261-4FC7-80C3-B997C453159C}"/>
                </a:ext>
              </a:extLst>
            </p:cNvPr>
            <p:cNvSpPr/>
            <p:nvPr/>
          </p:nvSpPr>
          <p:spPr>
            <a:xfrm>
              <a:off x="716100" y="2395996"/>
              <a:ext cx="720000" cy="720000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/>
            </a:p>
          </p:txBody>
        </p:sp>
        <p:sp>
          <p:nvSpPr>
            <p:cNvPr id="14" name="Rectángulo: esquinas redondeadas 12">
              <a:extLst>
                <a:ext uri="{FF2B5EF4-FFF2-40B4-BE49-F238E27FC236}">
                  <a16:creationId xmlns:a16="http://schemas.microsoft.com/office/drawing/2014/main" id="{52AFC16A-A24A-4B30-818F-CA9A7EDE1A27}"/>
                </a:ext>
              </a:extLst>
            </p:cNvPr>
            <p:cNvSpPr/>
            <p:nvPr/>
          </p:nvSpPr>
          <p:spPr>
            <a:xfrm>
              <a:off x="-7453" y="1635612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363" dirty="0">
                <a:solidFill>
                  <a:srgbClr val="000000"/>
                </a:solidFill>
              </a:endParaRPr>
            </a:p>
          </p:txBody>
        </p:sp>
        <p:grpSp>
          <p:nvGrpSpPr>
            <p:cNvPr id="15" name="Grupo 13">
              <a:extLst>
                <a:ext uri="{FF2B5EF4-FFF2-40B4-BE49-F238E27FC236}">
                  <a16:creationId xmlns:a16="http://schemas.microsoft.com/office/drawing/2014/main" id="{23A490E5-6A74-4FB4-9655-366C6D95B377}"/>
                </a:ext>
              </a:extLst>
            </p:cNvPr>
            <p:cNvGrpSpPr/>
            <p:nvPr/>
          </p:nvGrpSpPr>
          <p:grpSpPr>
            <a:xfrm>
              <a:off x="723900" y="849795"/>
              <a:ext cx="720000" cy="720001"/>
              <a:chOff x="716100" y="897676"/>
              <a:chExt cx="720000" cy="720000"/>
            </a:xfrm>
          </p:grpSpPr>
          <p:sp>
            <p:nvSpPr>
              <p:cNvPr id="16" name="Rectángulo: esquinas redondeadas 14">
                <a:extLst>
                  <a:ext uri="{FF2B5EF4-FFF2-40B4-BE49-F238E27FC236}">
                    <a16:creationId xmlns:a16="http://schemas.microsoft.com/office/drawing/2014/main" id="{6E5DE72C-6CD2-4C6D-B46B-844C5B1FA231}"/>
                  </a:ext>
                </a:extLst>
              </p:cNvPr>
              <p:cNvSpPr/>
              <p:nvPr/>
            </p:nvSpPr>
            <p:spPr>
              <a:xfrm>
                <a:off x="716100" y="897676"/>
                <a:ext cx="720000" cy="72000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363" dirty="0"/>
              </a:p>
            </p:txBody>
          </p:sp>
          <p:pic>
            <p:nvPicPr>
              <p:cNvPr id="17" name="Gráfico 15" descr="Luna y estrellas con relleno sólido">
                <a:extLst>
                  <a:ext uri="{FF2B5EF4-FFF2-40B4-BE49-F238E27FC236}">
                    <a16:creationId xmlns:a16="http://schemas.microsoft.com/office/drawing/2014/main" id="{3BC9E9E0-E1FC-4FA0-844E-881708966A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12475" y="998595"/>
                <a:ext cx="527251" cy="51816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8E7B1B-10F2-4351-B1E7-B5AC3AAF237D}"/>
              </a:ext>
            </a:extLst>
          </p:cNvPr>
          <p:cNvSpPr/>
          <p:nvPr/>
        </p:nvSpPr>
        <p:spPr>
          <a:xfrm>
            <a:off x="7811660" y="997455"/>
            <a:ext cx="3472161" cy="4592133"/>
          </a:xfrm>
          <a:custGeom>
            <a:avLst/>
            <a:gdLst>
              <a:gd name="connsiteX0" fmla="*/ 2055956 w 3472161"/>
              <a:gd name="connsiteY0" fmla="*/ 69 h 4592133"/>
              <a:gd name="connsiteX1" fmla="*/ 2217819 w 3472161"/>
              <a:gd name="connsiteY1" fmla="*/ 392206 h 4592133"/>
              <a:gd name="connsiteX2" fmla="*/ 2601376 w 3472161"/>
              <a:gd name="connsiteY2" fmla="*/ 889272 h 4592133"/>
              <a:gd name="connsiteX3" fmla="*/ 2421826 w 3472161"/>
              <a:gd name="connsiteY3" fmla="*/ 864012 h 4592133"/>
              <a:gd name="connsiteX4" fmla="*/ 1823251 w 3472161"/>
              <a:gd name="connsiteY4" fmla="*/ 140110 h 4592133"/>
              <a:gd name="connsiteX5" fmla="*/ 1634965 w 3472161"/>
              <a:gd name="connsiteY5" fmla="*/ 132831 h 4592133"/>
              <a:gd name="connsiteX6" fmla="*/ 1940711 w 3472161"/>
              <a:gd name="connsiteY6" fmla="*/ 792443 h 4592133"/>
              <a:gd name="connsiteX7" fmla="*/ 2289218 w 3472161"/>
              <a:gd name="connsiteY7" fmla="*/ 1135235 h 4592133"/>
              <a:gd name="connsiteX8" fmla="*/ 2111402 w 3472161"/>
              <a:gd name="connsiteY8" fmla="*/ 1677278 h 4592133"/>
              <a:gd name="connsiteX9" fmla="*/ 1756328 w 3472161"/>
              <a:gd name="connsiteY9" fmla="*/ 2019823 h 4592133"/>
              <a:gd name="connsiteX10" fmla="*/ 916283 w 3472161"/>
              <a:gd name="connsiteY10" fmla="*/ 2404835 h 4592133"/>
              <a:gd name="connsiteX11" fmla="*/ 399562 w 3472161"/>
              <a:gd name="connsiteY11" fmla="*/ 2766306 h 4592133"/>
              <a:gd name="connsiteX12" fmla="*/ 97658 w 3472161"/>
              <a:gd name="connsiteY12" fmla="*/ 3735674 h 4592133"/>
              <a:gd name="connsiteX13" fmla="*/ 255076 w 3472161"/>
              <a:gd name="connsiteY13" fmla="*/ 4175235 h 4592133"/>
              <a:gd name="connsiteX14" fmla="*/ 31989 w 3472161"/>
              <a:gd name="connsiteY14" fmla="*/ 4215953 h 4592133"/>
              <a:gd name="connsiteX15" fmla="*/ 175299 w 3472161"/>
              <a:gd name="connsiteY15" fmla="*/ 4467815 h 4592133"/>
              <a:gd name="connsiteX16" fmla="*/ 695132 w 3472161"/>
              <a:gd name="connsiteY16" fmla="*/ 4578801 h 4592133"/>
              <a:gd name="connsiteX17" fmla="*/ 1164414 w 3472161"/>
              <a:gd name="connsiteY17" fmla="*/ 4430970 h 4592133"/>
              <a:gd name="connsiteX18" fmla="*/ 1357253 w 3472161"/>
              <a:gd name="connsiteY18" fmla="*/ 4428863 h 4592133"/>
              <a:gd name="connsiteX19" fmla="*/ 1841109 w 3472161"/>
              <a:gd name="connsiteY19" fmla="*/ 4543954 h 4592133"/>
              <a:gd name="connsiteX20" fmla="*/ 2429399 w 3472161"/>
              <a:gd name="connsiteY20" fmla="*/ 4451182 h 4592133"/>
              <a:gd name="connsiteX21" fmla="*/ 2342202 w 3472161"/>
              <a:gd name="connsiteY21" fmla="*/ 4155983 h 4592133"/>
              <a:gd name="connsiteX22" fmla="*/ 1939007 w 3472161"/>
              <a:gd name="connsiteY22" fmla="*/ 4155983 h 4592133"/>
              <a:gd name="connsiteX23" fmla="*/ 2290210 w 3472161"/>
              <a:gd name="connsiteY23" fmla="*/ 3689242 h 4592133"/>
              <a:gd name="connsiteX24" fmla="*/ 2539130 w 3472161"/>
              <a:gd name="connsiteY24" fmla="*/ 4034574 h 4592133"/>
              <a:gd name="connsiteX25" fmla="*/ 2860488 w 3472161"/>
              <a:gd name="connsiteY25" fmla="*/ 4449122 h 4592133"/>
              <a:gd name="connsiteX26" fmla="*/ 3279821 w 3472161"/>
              <a:gd name="connsiteY26" fmla="*/ 4350897 h 4592133"/>
              <a:gd name="connsiteX27" fmla="*/ 2872072 w 3472161"/>
              <a:gd name="connsiteY27" fmla="*/ 4017212 h 4592133"/>
              <a:gd name="connsiteX28" fmla="*/ 2671149 w 3472161"/>
              <a:gd name="connsiteY28" fmla="*/ 3453005 h 4592133"/>
              <a:gd name="connsiteX29" fmla="*/ 2927813 w 3472161"/>
              <a:gd name="connsiteY29" fmla="*/ 2962134 h 4592133"/>
              <a:gd name="connsiteX30" fmla="*/ 3032527 w 3472161"/>
              <a:gd name="connsiteY30" fmla="*/ 2651355 h 4592133"/>
              <a:gd name="connsiteX31" fmla="*/ 3015582 w 3472161"/>
              <a:gd name="connsiteY31" fmla="*/ 2125883 h 4592133"/>
              <a:gd name="connsiteX32" fmla="*/ 3440662 w 3472161"/>
              <a:gd name="connsiteY32" fmla="*/ 1788481 h 4592133"/>
              <a:gd name="connsiteX33" fmla="*/ 3241612 w 3472161"/>
              <a:gd name="connsiteY33" fmla="*/ 1262142 h 4592133"/>
              <a:gd name="connsiteX34" fmla="*/ 2775537 w 3472161"/>
              <a:gd name="connsiteY34" fmla="*/ 785163 h 4592133"/>
              <a:gd name="connsiteX35" fmla="*/ 2055956 w 3472161"/>
              <a:gd name="connsiteY35" fmla="*/ 69 h 459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72161" h="4592133">
                <a:moveTo>
                  <a:pt x="2055956" y="69"/>
                </a:moveTo>
                <a:cubicBezTo>
                  <a:pt x="1977572" y="102443"/>
                  <a:pt x="2207814" y="252567"/>
                  <a:pt x="2217819" y="392206"/>
                </a:cubicBezTo>
                <a:cubicBezTo>
                  <a:pt x="2277788" y="606712"/>
                  <a:pt x="2458578" y="734859"/>
                  <a:pt x="2601376" y="889272"/>
                </a:cubicBezTo>
                <a:cubicBezTo>
                  <a:pt x="2678552" y="1066360"/>
                  <a:pt x="2446544" y="971389"/>
                  <a:pt x="2421826" y="864012"/>
                </a:cubicBezTo>
                <a:cubicBezTo>
                  <a:pt x="2251335" y="602562"/>
                  <a:pt x="2084237" y="321674"/>
                  <a:pt x="1823251" y="140110"/>
                </a:cubicBezTo>
                <a:cubicBezTo>
                  <a:pt x="1763669" y="107230"/>
                  <a:pt x="1572240" y="-35181"/>
                  <a:pt x="1634965" y="132831"/>
                </a:cubicBezTo>
                <a:cubicBezTo>
                  <a:pt x="1742126" y="349583"/>
                  <a:pt x="1737588" y="629510"/>
                  <a:pt x="1940711" y="792443"/>
                </a:cubicBezTo>
                <a:cubicBezTo>
                  <a:pt x="2053060" y="909778"/>
                  <a:pt x="2248036" y="961446"/>
                  <a:pt x="2289218" y="1135235"/>
                </a:cubicBezTo>
                <a:cubicBezTo>
                  <a:pt x="2184288" y="1293242"/>
                  <a:pt x="2090323" y="1475518"/>
                  <a:pt x="2111402" y="1677278"/>
                </a:cubicBezTo>
                <a:cubicBezTo>
                  <a:pt x="2023168" y="1795295"/>
                  <a:pt x="1841558" y="1875414"/>
                  <a:pt x="1756328" y="2019823"/>
                </a:cubicBezTo>
                <a:cubicBezTo>
                  <a:pt x="1457490" y="2093096"/>
                  <a:pt x="1118555" y="2144918"/>
                  <a:pt x="916283" y="2404835"/>
                </a:cubicBezTo>
                <a:cubicBezTo>
                  <a:pt x="776180" y="2567984"/>
                  <a:pt x="530450" y="2588521"/>
                  <a:pt x="399562" y="2766306"/>
                </a:cubicBezTo>
                <a:cubicBezTo>
                  <a:pt x="172247" y="3032820"/>
                  <a:pt x="97085" y="3394229"/>
                  <a:pt x="97658" y="3735674"/>
                </a:cubicBezTo>
                <a:cubicBezTo>
                  <a:pt x="68014" y="3908116"/>
                  <a:pt x="226021" y="4067889"/>
                  <a:pt x="255076" y="4175235"/>
                </a:cubicBezTo>
                <a:cubicBezTo>
                  <a:pt x="155830" y="4162411"/>
                  <a:pt x="-86477" y="3984626"/>
                  <a:pt x="31989" y="4215953"/>
                </a:cubicBezTo>
                <a:cubicBezTo>
                  <a:pt x="71607" y="4319690"/>
                  <a:pt x="46610" y="4414444"/>
                  <a:pt x="175299" y="4467815"/>
                </a:cubicBezTo>
                <a:cubicBezTo>
                  <a:pt x="287524" y="4674082"/>
                  <a:pt x="527461" y="4556189"/>
                  <a:pt x="695132" y="4578801"/>
                </a:cubicBezTo>
                <a:cubicBezTo>
                  <a:pt x="749201" y="4337811"/>
                  <a:pt x="1045545" y="4644006"/>
                  <a:pt x="1164414" y="4430970"/>
                </a:cubicBezTo>
                <a:cubicBezTo>
                  <a:pt x="1239902" y="4327464"/>
                  <a:pt x="1452643" y="4231239"/>
                  <a:pt x="1357253" y="4428863"/>
                </a:cubicBezTo>
                <a:cubicBezTo>
                  <a:pt x="1430604" y="4660995"/>
                  <a:pt x="1675668" y="4505312"/>
                  <a:pt x="1841109" y="4543954"/>
                </a:cubicBezTo>
                <a:cubicBezTo>
                  <a:pt x="2048615" y="4580614"/>
                  <a:pt x="2220065" y="4404192"/>
                  <a:pt x="2429399" y="4451182"/>
                </a:cubicBezTo>
                <a:cubicBezTo>
                  <a:pt x="2698299" y="4508997"/>
                  <a:pt x="2496043" y="4156030"/>
                  <a:pt x="2342202" y="4155983"/>
                </a:cubicBezTo>
                <a:cubicBezTo>
                  <a:pt x="2224402" y="4143298"/>
                  <a:pt x="1966359" y="4298409"/>
                  <a:pt x="1939007" y="4155983"/>
                </a:cubicBezTo>
                <a:cubicBezTo>
                  <a:pt x="2082967" y="4014966"/>
                  <a:pt x="2243250" y="3895447"/>
                  <a:pt x="2290210" y="3689242"/>
                </a:cubicBezTo>
                <a:cubicBezTo>
                  <a:pt x="2401521" y="3732562"/>
                  <a:pt x="2411479" y="3953325"/>
                  <a:pt x="2539130" y="4034574"/>
                </a:cubicBezTo>
                <a:cubicBezTo>
                  <a:pt x="2598820" y="4212081"/>
                  <a:pt x="2680968" y="4374068"/>
                  <a:pt x="2860488" y="4449122"/>
                </a:cubicBezTo>
                <a:cubicBezTo>
                  <a:pt x="2995247" y="4417093"/>
                  <a:pt x="3229361" y="4505404"/>
                  <a:pt x="3279821" y="4350897"/>
                </a:cubicBezTo>
                <a:cubicBezTo>
                  <a:pt x="3222036" y="4134889"/>
                  <a:pt x="2944942" y="4214047"/>
                  <a:pt x="2872072" y="4017212"/>
                </a:cubicBezTo>
                <a:cubicBezTo>
                  <a:pt x="2776311" y="3841332"/>
                  <a:pt x="2720896" y="3643769"/>
                  <a:pt x="2671149" y="3453005"/>
                </a:cubicBezTo>
                <a:cubicBezTo>
                  <a:pt x="2711417" y="3272665"/>
                  <a:pt x="2981416" y="3187513"/>
                  <a:pt x="2927813" y="2962134"/>
                </a:cubicBezTo>
                <a:cubicBezTo>
                  <a:pt x="2907602" y="2843141"/>
                  <a:pt x="2989145" y="2753900"/>
                  <a:pt x="3032527" y="2651355"/>
                </a:cubicBezTo>
                <a:cubicBezTo>
                  <a:pt x="3114798" y="2477938"/>
                  <a:pt x="2965386" y="2286802"/>
                  <a:pt x="3015582" y="2125883"/>
                </a:cubicBezTo>
                <a:cubicBezTo>
                  <a:pt x="3147508" y="1994624"/>
                  <a:pt x="3434219" y="2035651"/>
                  <a:pt x="3440662" y="1788481"/>
                </a:cubicBezTo>
                <a:cubicBezTo>
                  <a:pt x="3579030" y="1570350"/>
                  <a:pt x="3216352" y="1481125"/>
                  <a:pt x="3241612" y="1262142"/>
                </a:cubicBezTo>
                <a:cubicBezTo>
                  <a:pt x="3148794" y="1045746"/>
                  <a:pt x="2848639" y="1019184"/>
                  <a:pt x="2775537" y="785163"/>
                </a:cubicBezTo>
                <a:cubicBezTo>
                  <a:pt x="2633141" y="458834"/>
                  <a:pt x="2393622" y="138391"/>
                  <a:pt x="2055956" y="69"/>
                </a:cubicBezTo>
                <a:close/>
              </a:path>
            </a:pathLst>
          </a:custGeom>
          <a:solidFill>
            <a:srgbClr val="000000"/>
          </a:solidFill>
          <a:ln w="1547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43EDCAB-7AA9-46AA-8352-B1D09258A0AF}"/>
              </a:ext>
            </a:extLst>
          </p:cNvPr>
          <p:cNvSpPr/>
          <p:nvPr/>
        </p:nvSpPr>
        <p:spPr>
          <a:xfrm>
            <a:off x="5454103" y="692163"/>
            <a:ext cx="3790958" cy="3058076"/>
          </a:xfrm>
          <a:custGeom>
            <a:avLst/>
            <a:gdLst>
              <a:gd name="connsiteX0" fmla="*/ 3063472 w 3790958"/>
              <a:gd name="connsiteY0" fmla="*/ 251 h 3058076"/>
              <a:gd name="connsiteX1" fmla="*/ 2532796 w 3790958"/>
              <a:gd name="connsiteY1" fmla="*/ 295811 h 3058076"/>
              <a:gd name="connsiteX2" fmla="*/ 2264200 w 3790958"/>
              <a:gd name="connsiteY2" fmla="*/ 709559 h 3058076"/>
              <a:gd name="connsiteX3" fmla="*/ 1584952 w 3790958"/>
              <a:gd name="connsiteY3" fmla="*/ 1310824 h 3058076"/>
              <a:gd name="connsiteX4" fmla="*/ 716883 w 3790958"/>
              <a:gd name="connsiteY4" fmla="*/ 1575443 h 3058076"/>
              <a:gd name="connsiteX5" fmla="*/ 271887 w 3790958"/>
              <a:gd name="connsiteY5" fmla="*/ 1734393 h 3058076"/>
              <a:gd name="connsiteX6" fmla="*/ 20786 w 3790958"/>
              <a:gd name="connsiteY6" fmla="*/ 2115414 h 3058076"/>
              <a:gd name="connsiteX7" fmla="*/ 209463 w 3790958"/>
              <a:gd name="connsiteY7" fmla="*/ 2766637 h 3058076"/>
              <a:gd name="connsiteX8" fmla="*/ 858687 w 3790958"/>
              <a:gd name="connsiteY8" fmla="*/ 2988433 h 3058076"/>
              <a:gd name="connsiteX9" fmla="*/ 1583080 w 3790958"/>
              <a:gd name="connsiteY9" fmla="*/ 2739388 h 3058076"/>
              <a:gd name="connsiteX10" fmla="*/ 2036391 w 3790958"/>
              <a:gd name="connsiteY10" fmla="*/ 2915871 h 3058076"/>
              <a:gd name="connsiteX11" fmla="*/ 2448772 w 3790958"/>
              <a:gd name="connsiteY11" fmla="*/ 2678293 h 3058076"/>
              <a:gd name="connsiteX12" fmla="*/ 2739220 w 3790958"/>
              <a:gd name="connsiteY12" fmla="*/ 3058327 h 3058076"/>
              <a:gd name="connsiteX13" fmla="*/ 3103108 w 3790958"/>
              <a:gd name="connsiteY13" fmla="*/ 2831491 h 3058076"/>
              <a:gd name="connsiteX14" fmla="*/ 2797576 w 3790958"/>
              <a:gd name="connsiteY14" fmla="*/ 2436844 h 3058076"/>
              <a:gd name="connsiteX15" fmla="*/ 3139360 w 3790958"/>
              <a:gd name="connsiteY15" fmla="*/ 1960762 h 3058076"/>
              <a:gd name="connsiteX16" fmla="*/ 3310757 w 3790958"/>
              <a:gd name="connsiteY16" fmla="*/ 1497521 h 3058076"/>
              <a:gd name="connsiteX17" fmla="*/ 3707801 w 3790958"/>
              <a:gd name="connsiteY17" fmla="*/ 1111860 h 3058076"/>
              <a:gd name="connsiteX18" fmla="*/ 3660280 w 3790958"/>
              <a:gd name="connsiteY18" fmla="*/ 313595 h 3058076"/>
              <a:gd name="connsiteX19" fmla="*/ 3150664 w 3790958"/>
              <a:gd name="connsiteY19" fmla="*/ 24875 h 3058076"/>
              <a:gd name="connsiteX20" fmla="*/ 3063472 w 3790958"/>
              <a:gd name="connsiteY20" fmla="*/ 251 h 3058076"/>
              <a:gd name="connsiteX21" fmla="*/ 3100444 w 3790958"/>
              <a:gd name="connsiteY21" fmla="*/ 379259 h 3058076"/>
              <a:gd name="connsiteX22" fmla="*/ 3454072 w 3790958"/>
              <a:gd name="connsiteY22" fmla="*/ 695267 h 3058076"/>
              <a:gd name="connsiteX23" fmla="*/ 3203728 w 3790958"/>
              <a:gd name="connsiteY23" fmla="*/ 1070892 h 3058076"/>
              <a:gd name="connsiteX24" fmla="*/ 2800924 w 3790958"/>
              <a:gd name="connsiteY24" fmla="*/ 944820 h 3058076"/>
              <a:gd name="connsiteX25" fmla="*/ 2994857 w 3790958"/>
              <a:gd name="connsiteY25" fmla="*/ 393659 h 3058076"/>
              <a:gd name="connsiteX26" fmla="*/ 3100444 w 3790958"/>
              <a:gd name="connsiteY26" fmla="*/ 379259 h 3058076"/>
              <a:gd name="connsiteX27" fmla="*/ 2298327 w 3790958"/>
              <a:gd name="connsiteY27" fmla="*/ 1851602 h 3058076"/>
              <a:gd name="connsiteX28" fmla="*/ 2404492 w 3790958"/>
              <a:gd name="connsiteY28" fmla="*/ 2033601 h 3058076"/>
              <a:gd name="connsiteX29" fmla="*/ 2068035 w 3790958"/>
              <a:gd name="connsiteY29" fmla="*/ 2292091 h 3058076"/>
              <a:gd name="connsiteX30" fmla="*/ 2232843 w 3790958"/>
              <a:gd name="connsiteY30" fmla="*/ 1856567 h 3058076"/>
              <a:gd name="connsiteX31" fmla="*/ 2298327 w 3790958"/>
              <a:gd name="connsiteY31" fmla="*/ 1851602 h 3058076"/>
              <a:gd name="connsiteX32" fmla="*/ 729303 w 3790958"/>
              <a:gd name="connsiteY32" fmla="*/ 1925701 h 3058076"/>
              <a:gd name="connsiteX33" fmla="*/ 1037931 w 3790958"/>
              <a:gd name="connsiteY33" fmla="*/ 2458937 h 3058076"/>
              <a:gd name="connsiteX34" fmla="*/ 569714 w 3790958"/>
              <a:gd name="connsiteY34" fmla="*/ 2589520 h 3058076"/>
              <a:gd name="connsiteX35" fmla="*/ 401703 w 3790958"/>
              <a:gd name="connsiteY35" fmla="*/ 2407724 h 3058076"/>
              <a:gd name="connsiteX36" fmla="*/ 506463 w 3790958"/>
              <a:gd name="connsiteY36" fmla="*/ 1998756 h 3058076"/>
              <a:gd name="connsiteX37" fmla="*/ 729303 w 3790958"/>
              <a:gd name="connsiteY37" fmla="*/ 1925701 h 3058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790958" h="3058076">
                <a:moveTo>
                  <a:pt x="3063472" y="251"/>
                </a:moveTo>
                <a:cubicBezTo>
                  <a:pt x="2863852" y="48635"/>
                  <a:pt x="2653791" y="116567"/>
                  <a:pt x="2532796" y="295811"/>
                </a:cubicBezTo>
                <a:cubicBezTo>
                  <a:pt x="2431599" y="427067"/>
                  <a:pt x="2357080" y="576503"/>
                  <a:pt x="2264200" y="709559"/>
                </a:cubicBezTo>
                <a:cubicBezTo>
                  <a:pt x="2101227" y="972287"/>
                  <a:pt x="1830291" y="1135151"/>
                  <a:pt x="1584952" y="1310824"/>
                </a:cubicBezTo>
                <a:cubicBezTo>
                  <a:pt x="1314231" y="1448957"/>
                  <a:pt x="1019210" y="1541063"/>
                  <a:pt x="716883" y="1575443"/>
                </a:cubicBezTo>
                <a:cubicBezTo>
                  <a:pt x="563883" y="1616900"/>
                  <a:pt x="389787" y="1611205"/>
                  <a:pt x="271887" y="1734393"/>
                </a:cubicBezTo>
                <a:cubicBezTo>
                  <a:pt x="133935" y="1822500"/>
                  <a:pt x="80654" y="1972289"/>
                  <a:pt x="20786" y="2115414"/>
                </a:cubicBezTo>
                <a:cubicBezTo>
                  <a:pt x="-39658" y="2343899"/>
                  <a:pt x="39650" y="2602441"/>
                  <a:pt x="209463" y="2766637"/>
                </a:cubicBezTo>
                <a:cubicBezTo>
                  <a:pt x="359403" y="2960166"/>
                  <a:pt x="626595" y="3020059"/>
                  <a:pt x="858687" y="2988433"/>
                </a:cubicBezTo>
                <a:cubicBezTo>
                  <a:pt x="1109751" y="2952706"/>
                  <a:pt x="1313475" y="2738492"/>
                  <a:pt x="1583080" y="2739388"/>
                </a:cubicBezTo>
                <a:cubicBezTo>
                  <a:pt x="1894299" y="2740421"/>
                  <a:pt x="1782484" y="2896442"/>
                  <a:pt x="2036391" y="2915871"/>
                </a:cubicBezTo>
                <a:cubicBezTo>
                  <a:pt x="2255487" y="2865907"/>
                  <a:pt x="2448772" y="2678293"/>
                  <a:pt x="2448772" y="2678293"/>
                </a:cubicBezTo>
                <a:lnTo>
                  <a:pt x="2739220" y="3058327"/>
                </a:lnTo>
                <a:lnTo>
                  <a:pt x="3103108" y="2831491"/>
                </a:lnTo>
                <a:lnTo>
                  <a:pt x="2797576" y="2436844"/>
                </a:lnTo>
                <a:cubicBezTo>
                  <a:pt x="2797576" y="2436844"/>
                  <a:pt x="3222629" y="2144254"/>
                  <a:pt x="3139360" y="1960762"/>
                </a:cubicBezTo>
                <a:cubicBezTo>
                  <a:pt x="3121613" y="1785031"/>
                  <a:pt x="3209632" y="1630933"/>
                  <a:pt x="3310757" y="1497521"/>
                </a:cubicBezTo>
                <a:cubicBezTo>
                  <a:pt x="3437296" y="1363276"/>
                  <a:pt x="3594545" y="1257735"/>
                  <a:pt x="3707801" y="1111860"/>
                </a:cubicBezTo>
                <a:cubicBezTo>
                  <a:pt x="3809177" y="861983"/>
                  <a:pt x="3845645" y="534635"/>
                  <a:pt x="3660280" y="313595"/>
                </a:cubicBezTo>
                <a:cubicBezTo>
                  <a:pt x="3530789" y="158075"/>
                  <a:pt x="3345641" y="67211"/>
                  <a:pt x="3150664" y="24875"/>
                </a:cubicBezTo>
                <a:cubicBezTo>
                  <a:pt x="3121613" y="16667"/>
                  <a:pt x="3092524" y="8459"/>
                  <a:pt x="3063472" y="251"/>
                </a:cubicBezTo>
                <a:close/>
                <a:moveTo>
                  <a:pt x="3100444" y="379259"/>
                </a:moveTo>
                <a:cubicBezTo>
                  <a:pt x="3279940" y="363059"/>
                  <a:pt x="3421061" y="534671"/>
                  <a:pt x="3454072" y="695267"/>
                </a:cubicBezTo>
                <a:cubicBezTo>
                  <a:pt x="3500440" y="872027"/>
                  <a:pt x="3350860" y="1008755"/>
                  <a:pt x="3203728" y="1070892"/>
                </a:cubicBezTo>
                <a:cubicBezTo>
                  <a:pt x="3056056" y="1135908"/>
                  <a:pt x="2881744" y="1088243"/>
                  <a:pt x="2800924" y="944820"/>
                </a:cubicBezTo>
                <a:cubicBezTo>
                  <a:pt x="2648032" y="763703"/>
                  <a:pt x="2752576" y="432719"/>
                  <a:pt x="2994857" y="393659"/>
                </a:cubicBezTo>
                <a:cubicBezTo>
                  <a:pt x="3029453" y="385235"/>
                  <a:pt x="3064912" y="380735"/>
                  <a:pt x="3100444" y="379259"/>
                </a:cubicBezTo>
                <a:close/>
                <a:moveTo>
                  <a:pt x="2298327" y="1851602"/>
                </a:moveTo>
                <a:cubicBezTo>
                  <a:pt x="2430916" y="1801001"/>
                  <a:pt x="2641588" y="2077344"/>
                  <a:pt x="2404492" y="2033601"/>
                </a:cubicBezTo>
                <a:cubicBezTo>
                  <a:pt x="2220784" y="1982308"/>
                  <a:pt x="2162356" y="2226982"/>
                  <a:pt x="2068035" y="2292091"/>
                </a:cubicBezTo>
                <a:cubicBezTo>
                  <a:pt x="1955320" y="2140546"/>
                  <a:pt x="2050900" y="1894741"/>
                  <a:pt x="2232843" y="1856567"/>
                </a:cubicBezTo>
                <a:cubicBezTo>
                  <a:pt x="2254444" y="1852898"/>
                  <a:pt x="2276404" y="1851613"/>
                  <a:pt x="2298327" y="1851602"/>
                </a:cubicBezTo>
                <a:close/>
                <a:moveTo>
                  <a:pt x="729303" y="1925701"/>
                </a:moveTo>
                <a:cubicBezTo>
                  <a:pt x="990699" y="1903324"/>
                  <a:pt x="1189203" y="2247534"/>
                  <a:pt x="1037931" y="2458937"/>
                </a:cubicBezTo>
                <a:cubicBezTo>
                  <a:pt x="921435" y="2574980"/>
                  <a:pt x="729015" y="2707057"/>
                  <a:pt x="569714" y="2589520"/>
                </a:cubicBezTo>
                <a:cubicBezTo>
                  <a:pt x="520107" y="2530689"/>
                  <a:pt x="401630" y="2493472"/>
                  <a:pt x="401703" y="2407724"/>
                </a:cubicBezTo>
                <a:cubicBezTo>
                  <a:pt x="410307" y="2266870"/>
                  <a:pt x="363290" y="2085405"/>
                  <a:pt x="506463" y="1998756"/>
                </a:cubicBezTo>
                <a:cubicBezTo>
                  <a:pt x="571011" y="1952457"/>
                  <a:pt x="649995" y="1927246"/>
                  <a:pt x="729303" y="1925701"/>
                </a:cubicBezTo>
                <a:close/>
              </a:path>
            </a:pathLst>
          </a:custGeom>
          <a:solidFill>
            <a:srgbClr val="FF0000"/>
          </a:solidFill>
          <a:ln w="50786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124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68495D-42A2-40E4-B959-4A407EB33770}"/>
              </a:ext>
            </a:extLst>
          </p:cNvPr>
          <p:cNvGrpSpPr/>
          <p:nvPr/>
        </p:nvGrpSpPr>
        <p:grpSpPr>
          <a:xfrm>
            <a:off x="1257300" y="1009800"/>
            <a:ext cx="3054497" cy="3931201"/>
            <a:chOff x="4265341" y="1009800"/>
            <a:chExt cx="3054497" cy="393120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10D45A-B1F0-42AB-9717-C6D083459195}"/>
                </a:ext>
              </a:extLst>
            </p:cNvPr>
            <p:cNvSpPr/>
            <p:nvPr/>
          </p:nvSpPr>
          <p:spPr>
            <a:xfrm>
              <a:off x="4270952" y="1009800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40AE40-ADB3-42C1-893E-7D38829EDE0E}"/>
                </a:ext>
              </a:extLst>
            </p:cNvPr>
            <p:cNvSpPr/>
            <p:nvPr/>
          </p:nvSpPr>
          <p:spPr>
            <a:xfrm>
              <a:off x="5792915" y="1009800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5E824E-B0D9-4F66-9552-A18CD6CEF1D6}"/>
                </a:ext>
              </a:extLst>
            </p:cNvPr>
            <p:cNvSpPr/>
            <p:nvPr/>
          </p:nvSpPr>
          <p:spPr>
            <a:xfrm>
              <a:off x="5792914" y="2536723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EDC65A-B94A-438C-8002-B6D56618E80C}"/>
                </a:ext>
              </a:extLst>
            </p:cNvPr>
            <p:cNvSpPr/>
            <p:nvPr/>
          </p:nvSpPr>
          <p:spPr>
            <a:xfrm>
              <a:off x="4265341" y="4321278"/>
              <a:ext cx="1615270" cy="6197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FAFAEB-BEAB-49CC-BBB2-B02FD85334E3}"/>
                </a:ext>
              </a:extLst>
            </p:cNvPr>
            <p:cNvSpPr/>
            <p:nvPr/>
          </p:nvSpPr>
          <p:spPr>
            <a:xfrm>
              <a:off x="5792588" y="4321278"/>
              <a:ext cx="1526923" cy="6197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8F84F3-6CB6-4A70-961F-9763BD9EE5CA}"/>
                </a:ext>
              </a:extLst>
            </p:cNvPr>
            <p:cNvSpPr/>
            <p:nvPr/>
          </p:nvSpPr>
          <p:spPr>
            <a:xfrm>
              <a:off x="4265341" y="2536723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DEF1276-9B14-4A8E-B8CC-4802BF65F522}"/>
              </a:ext>
            </a:extLst>
          </p:cNvPr>
          <p:cNvGrpSpPr/>
          <p:nvPr/>
        </p:nvGrpSpPr>
        <p:grpSpPr>
          <a:xfrm>
            <a:off x="1465370" y="4571362"/>
            <a:ext cx="2637705" cy="119554"/>
            <a:chOff x="1964280" y="349955"/>
            <a:chExt cx="3547623" cy="160796"/>
          </a:xfrm>
        </p:grpSpPr>
        <p:sp>
          <p:nvSpPr>
            <p:cNvPr id="12" name="Rectángulo: esquinas redondeadas 12">
              <a:extLst>
                <a:ext uri="{FF2B5EF4-FFF2-40B4-BE49-F238E27FC236}">
                  <a16:creationId xmlns:a16="http://schemas.microsoft.com/office/drawing/2014/main" id="{A6AEF820-A93B-4C89-8DEE-7B9CD3CC77E6}"/>
                </a:ext>
              </a:extLst>
            </p:cNvPr>
            <p:cNvSpPr/>
            <p:nvPr/>
          </p:nvSpPr>
          <p:spPr>
            <a:xfrm rot="16200000">
              <a:off x="3657694" y="-1343458"/>
              <a:ext cx="160796" cy="354762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7620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Rectángulo: esquinas redondeadas 13">
              <a:extLst>
                <a:ext uri="{FF2B5EF4-FFF2-40B4-BE49-F238E27FC236}">
                  <a16:creationId xmlns:a16="http://schemas.microsoft.com/office/drawing/2014/main" id="{1B186777-0D53-4FDD-A12F-CD71AF07CB4B}"/>
                </a:ext>
              </a:extLst>
            </p:cNvPr>
            <p:cNvSpPr/>
            <p:nvPr/>
          </p:nvSpPr>
          <p:spPr>
            <a:xfrm rot="16200000">
              <a:off x="3555817" y="-1241582"/>
              <a:ext cx="160796" cy="334387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70102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s-CO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CE7CCB-AE36-431F-9F10-786A51FC2D01}"/>
              </a:ext>
            </a:extLst>
          </p:cNvPr>
          <p:cNvGrpSpPr/>
          <p:nvPr/>
        </p:nvGrpSpPr>
        <p:grpSpPr>
          <a:xfrm>
            <a:off x="4861505" y="1009800"/>
            <a:ext cx="3054497" cy="3931201"/>
            <a:chOff x="4265341" y="1009800"/>
            <a:chExt cx="3054497" cy="39312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D5FD52-2018-4ADE-A7E9-178297D0EDCE}"/>
                </a:ext>
              </a:extLst>
            </p:cNvPr>
            <p:cNvSpPr/>
            <p:nvPr/>
          </p:nvSpPr>
          <p:spPr>
            <a:xfrm>
              <a:off x="4270952" y="1009800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33DDD5-3DBB-45DD-AB43-4FFC596F83B8}"/>
                </a:ext>
              </a:extLst>
            </p:cNvPr>
            <p:cNvSpPr/>
            <p:nvPr/>
          </p:nvSpPr>
          <p:spPr>
            <a:xfrm>
              <a:off x="5792915" y="1009800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124AAA-04F4-40B0-B3F3-3B8561D6AE15}"/>
                </a:ext>
              </a:extLst>
            </p:cNvPr>
            <p:cNvSpPr/>
            <p:nvPr/>
          </p:nvSpPr>
          <p:spPr>
            <a:xfrm>
              <a:off x="5792914" y="2536723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D28621-3B8B-41B5-9C8E-E2B313409872}"/>
                </a:ext>
              </a:extLst>
            </p:cNvPr>
            <p:cNvSpPr/>
            <p:nvPr/>
          </p:nvSpPr>
          <p:spPr>
            <a:xfrm>
              <a:off x="4265341" y="4321278"/>
              <a:ext cx="1615270" cy="6197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4F56FC-6558-4C0E-B9B7-3C692D69E271}"/>
                </a:ext>
              </a:extLst>
            </p:cNvPr>
            <p:cNvSpPr/>
            <p:nvPr/>
          </p:nvSpPr>
          <p:spPr>
            <a:xfrm>
              <a:off x="5792588" y="4321278"/>
              <a:ext cx="1526923" cy="6197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864398-21BF-41E8-A614-5180A4BEBC8A}"/>
                </a:ext>
              </a:extLst>
            </p:cNvPr>
            <p:cNvSpPr/>
            <p:nvPr/>
          </p:nvSpPr>
          <p:spPr>
            <a:xfrm>
              <a:off x="4265341" y="2536723"/>
              <a:ext cx="1526923" cy="1526923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5420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">
            <a:extLst>
              <a:ext uri="{FF2B5EF4-FFF2-40B4-BE49-F238E27FC236}">
                <a16:creationId xmlns:a16="http://schemas.microsoft.com/office/drawing/2014/main" id="{5E6DEFB6-A846-43D8-AD3D-A51437A8E028}"/>
              </a:ext>
            </a:extLst>
          </p:cNvPr>
          <p:cNvSpPr/>
          <p:nvPr/>
        </p:nvSpPr>
        <p:spPr>
          <a:xfrm>
            <a:off x="3679260" y="3113852"/>
            <a:ext cx="2209332" cy="18494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Zone">
            <a:extLst>
              <a:ext uri="{FF2B5EF4-FFF2-40B4-BE49-F238E27FC236}">
                <a16:creationId xmlns:a16="http://schemas.microsoft.com/office/drawing/2014/main" id="{E9B61B67-12C3-4805-91B3-481A55C5D1B1}"/>
              </a:ext>
            </a:extLst>
          </p:cNvPr>
          <p:cNvSpPr/>
          <p:nvPr/>
        </p:nvSpPr>
        <p:spPr>
          <a:xfrm>
            <a:off x="1237650" y="704642"/>
            <a:ext cx="2212542" cy="22125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FADC2C-093D-4A8B-85CC-CF79FF32C39F}"/>
              </a:ext>
            </a:extLst>
          </p:cNvPr>
          <p:cNvGrpSpPr/>
          <p:nvPr/>
        </p:nvGrpSpPr>
        <p:grpSpPr>
          <a:xfrm>
            <a:off x="6377569" y="1312200"/>
            <a:ext cx="2436403" cy="3177457"/>
            <a:chOff x="6377569" y="1312200"/>
            <a:chExt cx="2436403" cy="3177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3D33CE-FEA8-446A-8FB0-EAE75F3AB736}"/>
                </a:ext>
              </a:extLst>
            </p:cNvPr>
            <p:cNvGrpSpPr/>
            <p:nvPr/>
          </p:nvGrpSpPr>
          <p:grpSpPr>
            <a:xfrm>
              <a:off x="6377569" y="1312200"/>
              <a:ext cx="2429983" cy="1474219"/>
              <a:chOff x="6377569" y="1312200"/>
              <a:chExt cx="2429983" cy="1474219"/>
            </a:xfrm>
          </p:grpSpPr>
          <p:sp>
            <p:nvSpPr>
              <p:cNvPr id="15" name="Zone">
                <a:extLst>
                  <a:ext uri="{FF2B5EF4-FFF2-40B4-BE49-F238E27FC236}">
                    <a16:creationId xmlns:a16="http://schemas.microsoft.com/office/drawing/2014/main" id="{0A7D82BA-56BE-494B-B273-EBA77816AC77}"/>
                  </a:ext>
                </a:extLst>
              </p:cNvPr>
              <p:cNvSpPr/>
              <p:nvPr/>
            </p:nvSpPr>
            <p:spPr>
              <a:xfrm>
                <a:off x="6377569" y="131960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Zone">
                <a:extLst>
                  <a:ext uri="{FF2B5EF4-FFF2-40B4-BE49-F238E27FC236}">
                    <a16:creationId xmlns:a16="http://schemas.microsoft.com/office/drawing/2014/main" id="{60549B3B-0A0D-4BBD-AB61-7F4C3C92081A}"/>
                  </a:ext>
                </a:extLst>
              </p:cNvPr>
              <p:cNvSpPr/>
              <p:nvPr/>
            </p:nvSpPr>
            <p:spPr>
              <a:xfrm>
                <a:off x="7282444" y="1312200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" name="Zone">
                <a:extLst>
                  <a:ext uri="{FF2B5EF4-FFF2-40B4-BE49-F238E27FC236}">
                    <a16:creationId xmlns:a16="http://schemas.microsoft.com/office/drawing/2014/main" id="{C2D11750-82B0-45AF-8460-154C7783C567}"/>
                  </a:ext>
                </a:extLst>
              </p:cNvPr>
              <p:cNvSpPr/>
              <p:nvPr/>
            </p:nvSpPr>
            <p:spPr>
              <a:xfrm>
                <a:off x="8197952" y="131482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Zone">
                <a:extLst>
                  <a:ext uri="{FF2B5EF4-FFF2-40B4-BE49-F238E27FC236}">
                    <a16:creationId xmlns:a16="http://schemas.microsoft.com/office/drawing/2014/main" id="{1A8D2330-4F32-44B4-8B2F-8CEFF73B2AA1}"/>
                  </a:ext>
                </a:extLst>
              </p:cNvPr>
              <p:cNvSpPr/>
              <p:nvPr/>
            </p:nvSpPr>
            <p:spPr>
              <a:xfrm>
                <a:off x="6377569" y="217681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9" name="Zone">
                <a:extLst>
                  <a:ext uri="{FF2B5EF4-FFF2-40B4-BE49-F238E27FC236}">
                    <a16:creationId xmlns:a16="http://schemas.microsoft.com/office/drawing/2014/main" id="{B9A4369E-1743-4886-B48A-A1F0D2FEE55B}"/>
                  </a:ext>
                </a:extLst>
              </p:cNvPr>
              <p:cNvSpPr/>
              <p:nvPr/>
            </p:nvSpPr>
            <p:spPr>
              <a:xfrm>
                <a:off x="7282444" y="2169410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0" name="Zone">
                <a:extLst>
                  <a:ext uri="{FF2B5EF4-FFF2-40B4-BE49-F238E27FC236}">
                    <a16:creationId xmlns:a16="http://schemas.microsoft.com/office/drawing/2014/main" id="{B4A981BD-CD45-4633-AFCE-4E0402333A02}"/>
                  </a:ext>
                </a:extLst>
              </p:cNvPr>
              <p:cNvSpPr/>
              <p:nvPr/>
            </p:nvSpPr>
            <p:spPr>
              <a:xfrm>
                <a:off x="8197952" y="217203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8802E0E-C868-4FE4-87A4-B216F475C35E}"/>
                </a:ext>
              </a:extLst>
            </p:cNvPr>
            <p:cNvGrpSpPr/>
            <p:nvPr/>
          </p:nvGrpSpPr>
          <p:grpSpPr>
            <a:xfrm>
              <a:off x="6383989" y="3015438"/>
              <a:ext cx="2429983" cy="1474219"/>
              <a:chOff x="6377569" y="1312200"/>
              <a:chExt cx="2429983" cy="1474219"/>
            </a:xfrm>
          </p:grpSpPr>
          <p:sp>
            <p:nvSpPr>
              <p:cNvPr id="49" name="Zone">
                <a:extLst>
                  <a:ext uri="{FF2B5EF4-FFF2-40B4-BE49-F238E27FC236}">
                    <a16:creationId xmlns:a16="http://schemas.microsoft.com/office/drawing/2014/main" id="{83347FB3-A612-4626-B9A2-76E381DD07D8}"/>
                  </a:ext>
                </a:extLst>
              </p:cNvPr>
              <p:cNvSpPr/>
              <p:nvPr/>
            </p:nvSpPr>
            <p:spPr>
              <a:xfrm>
                <a:off x="6377569" y="131960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0" name="Zone">
                <a:extLst>
                  <a:ext uri="{FF2B5EF4-FFF2-40B4-BE49-F238E27FC236}">
                    <a16:creationId xmlns:a16="http://schemas.microsoft.com/office/drawing/2014/main" id="{5A7E4E97-B25F-42A4-80B9-28099CC357D0}"/>
                  </a:ext>
                </a:extLst>
              </p:cNvPr>
              <p:cNvSpPr/>
              <p:nvPr/>
            </p:nvSpPr>
            <p:spPr>
              <a:xfrm>
                <a:off x="7282444" y="1312200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1" name="Zone">
                <a:extLst>
                  <a:ext uri="{FF2B5EF4-FFF2-40B4-BE49-F238E27FC236}">
                    <a16:creationId xmlns:a16="http://schemas.microsoft.com/office/drawing/2014/main" id="{FE60F9BF-E390-4202-BFF9-772344D46F42}"/>
                  </a:ext>
                </a:extLst>
              </p:cNvPr>
              <p:cNvSpPr/>
              <p:nvPr/>
            </p:nvSpPr>
            <p:spPr>
              <a:xfrm>
                <a:off x="8197952" y="131482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" name="Zone">
                <a:extLst>
                  <a:ext uri="{FF2B5EF4-FFF2-40B4-BE49-F238E27FC236}">
                    <a16:creationId xmlns:a16="http://schemas.microsoft.com/office/drawing/2014/main" id="{5EBD8F60-BE46-4B54-8F73-9FD86D20B0F1}"/>
                  </a:ext>
                </a:extLst>
              </p:cNvPr>
              <p:cNvSpPr/>
              <p:nvPr/>
            </p:nvSpPr>
            <p:spPr>
              <a:xfrm>
                <a:off x="6377569" y="217681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Zone">
                <a:extLst>
                  <a:ext uri="{FF2B5EF4-FFF2-40B4-BE49-F238E27FC236}">
                    <a16:creationId xmlns:a16="http://schemas.microsoft.com/office/drawing/2014/main" id="{69ACE53E-0964-4A57-8440-F36BF324A2B4}"/>
                  </a:ext>
                </a:extLst>
              </p:cNvPr>
              <p:cNvSpPr/>
              <p:nvPr/>
            </p:nvSpPr>
            <p:spPr>
              <a:xfrm>
                <a:off x="7282444" y="2169410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4" name="Zone">
                <a:extLst>
                  <a:ext uri="{FF2B5EF4-FFF2-40B4-BE49-F238E27FC236}">
                    <a16:creationId xmlns:a16="http://schemas.microsoft.com/office/drawing/2014/main" id="{E305491C-20F0-4AB4-8CB0-BE70E526E0E5}"/>
                  </a:ext>
                </a:extLst>
              </p:cNvPr>
              <p:cNvSpPr/>
              <p:nvPr/>
            </p:nvSpPr>
            <p:spPr>
              <a:xfrm>
                <a:off x="8197952" y="2172039"/>
                <a:ext cx="609600" cy="609600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sp>
        <p:nvSpPr>
          <p:cNvPr id="5" name="Zone">
            <a:extLst>
              <a:ext uri="{FF2B5EF4-FFF2-40B4-BE49-F238E27FC236}">
                <a16:creationId xmlns:a16="http://schemas.microsoft.com/office/drawing/2014/main" id="{700B4217-F045-4126-9DCA-CE0C1F7668EB}"/>
              </a:ext>
            </a:extLst>
          </p:cNvPr>
          <p:cNvSpPr/>
          <p:nvPr/>
        </p:nvSpPr>
        <p:spPr>
          <a:xfrm>
            <a:off x="6094800" y="711514"/>
            <a:ext cx="4839899" cy="453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Zone">
            <a:extLst>
              <a:ext uri="{FF2B5EF4-FFF2-40B4-BE49-F238E27FC236}">
                <a16:creationId xmlns:a16="http://schemas.microsoft.com/office/drawing/2014/main" id="{0C4D0C43-F466-43CA-BB66-B30100AA5516}"/>
              </a:ext>
            </a:extLst>
          </p:cNvPr>
          <p:cNvSpPr/>
          <p:nvPr/>
        </p:nvSpPr>
        <p:spPr>
          <a:xfrm>
            <a:off x="3676050" y="704642"/>
            <a:ext cx="2212542" cy="22125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8" name="GuideLines">
            <a:extLst>
              <a:ext uri="{FF2B5EF4-FFF2-40B4-BE49-F238E27FC236}">
                <a16:creationId xmlns:a16="http://schemas.microsoft.com/office/drawing/2014/main" id="{7F3757C7-CB8F-4F84-8AE6-D848A5F860AE}"/>
              </a:ext>
            </a:extLst>
          </p:cNvPr>
          <p:cNvGrpSpPr/>
          <p:nvPr/>
        </p:nvGrpSpPr>
        <p:grpSpPr>
          <a:xfrm>
            <a:off x="652463" y="404812"/>
            <a:ext cx="10887076" cy="6048375"/>
            <a:chOff x="652462" y="404813"/>
            <a:chExt cx="10887076" cy="6048375"/>
          </a:xfrm>
        </p:grpSpPr>
        <p:sp>
          <p:nvSpPr>
            <p:cNvPr id="29" name="Exterior">
              <a:extLst>
                <a:ext uri="{FF2B5EF4-FFF2-40B4-BE49-F238E27FC236}">
                  <a16:creationId xmlns:a16="http://schemas.microsoft.com/office/drawing/2014/main" id="{B761A58C-5830-42E4-B575-9E5FB0F4E6F1}"/>
                </a:ext>
              </a:extLst>
            </p:cNvPr>
            <p:cNvSpPr/>
            <p:nvPr/>
          </p:nvSpPr>
          <p:spPr>
            <a:xfrm>
              <a:off x="652462" y="404813"/>
              <a:ext cx="10887076" cy="6048375"/>
            </a:xfrm>
            <a:prstGeom prst="rect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0" name="Interior">
              <a:extLst>
                <a:ext uri="{FF2B5EF4-FFF2-40B4-BE49-F238E27FC236}">
                  <a16:creationId xmlns:a16="http://schemas.microsoft.com/office/drawing/2014/main" id="{6292760B-A60E-4B43-9532-8F25DB20D024}"/>
                </a:ext>
              </a:extLst>
            </p:cNvPr>
            <p:cNvSpPr/>
            <p:nvPr/>
          </p:nvSpPr>
          <p:spPr>
            <a:xfrm>
              <a:off x="1257300" y="708025"/>
              <a:ext cx="9677400" cy="5441950"/>
            </a:xfrm>
            <a:prstGeom prst="rect">
              <a:avLst/>
            </a:prstGeom>
            <a:noFill/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470817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KLIMT">
      <a:dk1>
        <a:srgbClr val="241208"/>
      </a:dk1>
      <a:lt1>
        <a:srgbClr val="D5A12E"/>
      </a:lt1>
      <a:dk2>
        <a:srgbClr val="061213"/>
      </a:dk2>
      <a:lt2>
        <a:srgbClr val="A0894B"/>
      </a:lt2>
      <a:accent1>
        <a:srgbClr val="50330F"/>
      </a:accent1>
      <a:accent2>
        <a:srgbClr val="775B33"/>
      </a:accent2>
      <a:accent3>
        <a:srgbClr val="A17221"/>
      </a:accent3>
      <a:accent4>
        <a:srgbClr val="414D2A"/>
      </a:accent4>
      <a:accent5>
        <a:srgbClr val="20214A"/>
      </a:accent5>
      <a:accent6>
        <a:srgbClr val="8B5B1B"/>
      </a:accent6>
      <a:hlink>
        <a:srgbClr val="ECD49E"/>
      </a:hlink>
      <a:folHlink>
        <a:srgbClr val="95AC68"/>
      </a:folHlink>
    </a:clrScheme>
    <a:fontScheme name="Custom 1">
      <a:majorFont>
        <a:latin typeface="VendomeT"/>
        <a:ea typeface=""/>
        <a:cs typeface=""/>
      </a:majorFont>
      <a:minorFont>
        <a:latin typeface="Playwrite AU T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983" cap="flat">
          <a:noFill/>
          <a:prstDash val="solid"/>
          <a:miter/>
        </a:ln>
      </a:spPr>
      <a:bodyPr wrap="square" rtlCol="0" anchor="ctr">
        <a:noAutofit/>
      </a:bodyPr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EC2AE2B4A76844B40254F40112DFD6" ma:contentTypeVersion="9" ma:contentTypeDescription="Crear nuevo documento." ma:contentTypeScope="" ma:versionID="aebf76870bef83557aea25103a280d67">
  <xsd:schema xmlns:xsd="http://www.w3.org/2001/XMLSchema" xmlns:xs="http://www.w3.org/2001/XMLSchema" xmlns:p="http://schemas.microsoft.com/office/2006/metadata/properties" xmlns:ns3="63763f4b-f14e-42a9-aa7a-e7058f648be3" xmlns:ns4="5f632725-34cf-4e6f-b997-4a5f95d2ddd7" targetNamespace="http://schemas.microsoft.com/office/2006/metadata/properties" ma:root="true" ma:fieldsID="5e473bcac219cbe9fcd99ba97a4f1fd7" ns3:_="" ns4:_="">
    <xsd:import namespace="63763f4b-f14e-42a9-aa7a-e7058f648be3"/>
    <xsd:import namespace="5f632725-34cf-4e6f-b997-4a5f95d2dd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63f4b-f14e-42a9-aa7a-e7058f648b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632725-34cf-4e6f-b997-4a5f95d2ddd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3763f4b-f14e-42a9-aa7a-e7058f648be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7084F5-29C4-4B0F-939A-424A44BE8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763f4b-f14e-42a9-aa7a-e7058f648be3"/>
    <ds:schemaRef ds:uri="5f632725-34cf-4e6f-b997-4a5f95d2dd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D9B963-7F59-46AF-B04B-1304C4D1847E}">
  <ds:schemaRefs>
    <ds:schemaRef ds:uri="http://www.w3.org/XML/1998/namespace"/>
    <ds:schemaRef ds:uri="http://schemas.openxmlformats.org/package/2006/metadata/core-properties"/>
    <ds:schemaRef ds:uri="5f632725-34cf-4e6f-b997-4a5f95d2ddd7"/>
    <ds:schemaRef ds:uri="http://schemas.microsoft.com/office/infopath/2007/PartnerControls"/>
    <ds:schemaRef ds:uri="http://purl.org/dc/elements/1.1/"/>
    <ds:schemaRef ds:uri="http://purl.org/dc/terms/"/>
    <ds:schemaRef ds:uri="63763f4b-f14e-42a9-aa7a-e7058f648be3"/>
    <ds:schemaRef ds:uri="http://schemas.microsoft.com/office/2006/metadata/properties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A09881F-AC61-4C32-842D-4C58F72579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7443</TotalTime>
  <Words>9</Words>
  <Application>Microsoft Office PowerPoint</Application>
  <PresentationFormat>Widescreen</PresentationFormat>
  <Paragraphs>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Playwrite AU TAS</vt:lpstr>
      <vt:lpstr>Superia</vt:lpstr>
      <vt:lpstr>Tmilk</vt:lpstr>
      <vt:lpstr>VendomeT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JOHN FREDY ACEVEDO ZAPATA</dc:creator>
  <cp:lastModifiedBy>Yon Neferw</cp:lastModifiedBy>
  <cp:revision>504</cp:revision>
  <dcterms:created xsi:type="dcterms:W3CDTF">2024-06-09T04:43:29Z</dcterms:created>
  <dcterms:modified xsi:type="dcterms:W3CDTF">2026-01-30T06:30:44Z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0x0101009EEC2AE2B4A76844B40254F40112DFD6</vt:lpwstr>
  </property>
</Properties>
</file>