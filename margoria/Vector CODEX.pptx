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 Bold" charset="1" panose="020B0704020202020204"/>
      <p:regular r:id="rId18"/>
    </p:embeddedFont>
    <p:embeddedFont>
      <p:font typeface="Arimo" charset="1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16" Target="../media/image33.png" Type="http://schemas.openxmlformats.org/officeDocument/2006/relationships/image"/><Relationship Id="rId17" Target="../media/image34.svg" Type="http://schemas.openxmlformats.org/officeDocument/2006/relationships/image"/><Relationship Id="rId18" Target="../media/image35.png" Type="http://schemas.openxmlformats.org/officeDocument/2006/relationships/image"/><Relationship Id="rId19" Target="../media/image36.svg" Type="http://schemas.openxmlformats.org/officeDocument/2006/relationships/image"/><Relationship Id="rId2" Target="../media/image19.png" Type="http://schemas.openxmlformats.org/officeDocument/2006/relationships/image"/><Relationship Id="rId20" Target="../media/image37.png" Type="http://schemas.openxmlformats.org/officeDocument/2006/relationships/image"/><Relationship Id="rId21" Target="../media/image38.svg" Type="http://schemas.openxmlformats.org/officeDocument/2006/relationships/image"/><Relationship Id="rId22" Target="../media/image39.png" Type="http://schemas.openxmlformats.org/officeDocument/2006/relationships/image"/><Relationship Id="rId23" Target="../media/image40.sv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51.png" Type="http://schemas.openxmlformats.org/officeDocument/2006/relationships/image"/><Relationship Id="rId13" Target="../media/image52.svg" Type="http://schemas.openxmlformats.org/officeDocument/2006/relationships/image"/><Relationship Id="rId14" Target="../media/image53.png" Type="http://schemas.openxmlformats.org/officeDocument/2006/relationships/image"/><Relationship Id="rId15" Target="../media/image54.svg" Type="http://schemas.openxmlformats.org/officeDocument/2006/relationships/image"/><Relationship Id="rId16" Target="../media/image55.png" Type="http://schemas.openxmlformats.org/officeDocument/2006/relationships/image"/><Relationship Id="rId17" Target="../media/image56.svg" Type="http://schemas.openxmlformats.org/officeDocument/2006/relationships/image"/><Relationship Id="rId18" Target="../media/image57.png" Type="http://schemas.openxmlformats.org/officeDocument/2006/relationships/image"/><Relationship Id="rId19" Target="../media/image58.svg" Type="http://schemas.openxmlformats.org/officeDocument/2006/relationships/image"/><Relationship Id="rId2" Target="../media/image41.png" Type="http://schemas.openxmlformats.org/officeDocument/2006/relationships/image"/><Relationship Id="rId20" Target="../media/image59.png" Type="http://schemas.openxmlformats.org/officeDocument/2006/relationships/image"/><Relationship Id="rId21" Target="../media/image60.sv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70.svg" Type="http://schemas.openxmlformats.org/officeDocument/2006/relationships/image"/><Relationship Id="rId12" Target="../media/image71.png" Type="http://schemas.openxmlformats.org/officeDocument/2006/relationships/image"/><Relationship Id="rId13" Target="../media/image72.svg" Type="http://schemas.openxmlformats.org/officeDocument/2006/relationships/image"/><Relationship Id="rId14" Target="../media/image73.png" Type="http://schemas.openxmlformats.org/officeDocument/2006/relationships/image"/><Relationship Id="rId15" Target="../media/image74.svg" Type="http://schemas.openxmlformats.org/officeDocument/2006/relationships/image"/><Relationship Id="rId16" Target="../media/image75.png" Type="http://schemas.openxmlformats.org/officeDocument/2006/relationships/image"/><Relationship Id="rId17" Target="../media/image76.svg" Type="http://schemas.openxmlformats.org/officeDocument/2006/relationships/image"/><Relationship Id="rId18" Target="../media/image77.png" Type="http://schemas.openxmlformats.org/officeDocument/2006/relationships/image"/><Relationship Id="rId19" Target="../media/image78.svg" Type="http://schemas.openxmlformats.org/officeDocument/2006/relationships/image"/><Relationship Id="rId2" Target="../media/image61.png" Type="http://schemas.openxmlformats.org/officeDocument/2006/relationships/image"/><Relationship Id="rId20" Target="../media/image79.png" Type="http://schemas.openxmlformats.org/officeDocument/2006/relationships/image"/><Relationship Id="rId21" Target="../media/image80.svg" Type="http://schemas.openxmlformats.org/officeDocument/2006/relationships/image"/><Relationship Id="rId22" Target="../media/image81.png" Type="http://schemas.openxmlformats.org/officeDocument/2006/relationships/image"/><Relationship Id="rId23" Target="../media/image82.svg" Type="http://schemas.openxmlformats.org/officeDocument/2006/relationships/image"/><Relationship Id="rId24" Target="../media/image83.png" Type="http://schemas.openxmlformats.org/officeDocument/2006/relationships/image"/><Relationship Id="rId25" Target="../media/image84.svg" Type="http://schemas.openxmlformats.org/officeDocument/2006/relationships/image"/><Relationship Id="rId26" Target="../media/image85.png" Type="http://schemas.openxmlformats.org/officeDocument/2006/relationships/image"/><Relationship Id="rId27" Target="../media/image86.svg" Type="http://schemas.openxmlformats.org/officeDocument/2006/relationships/image"/><Relationship Id="rId28" Target="../media/image87.png" Type="http://schemas.openxmlformats.org/officeDocument/2006/relationships/image"/><Relationship Id="rId29" Target="../media/image88.svg" Type="http://schemas.openxmlformats.org/officeDocument/2006/relationships/image"/><Relationship Id="rId3" Target="../media/image62.svg" Type="http://schemas.openxmlformats.org/officeDocument/2006/relationships/image"/><Relationship Id="rId30" Target="../media/image89.png" Type="http://schemas.openxmlformats.org/officeDocument/2006/relationships/image"/><Relationship Id="rId31" Target="../media/image90.svg" Type="http://schemas.openxmlformats.org/officeDocument/2006/relationships/image"/><Relationship Id="rId32" Target="../media/image91.png" Type="http://schemas.openxmlformats.org/officeDocument/2006/relationships/image"/><Relationship Id="rId33" Target="../media/image92.svg" Type="http://schemas.openxmlformats.org/officeDocument/2006/relationships/image"/><Relationship Id="rId34" Target="../media/image93.png" Type="http://schemas.openxmlformats.org/officeDocument/2006/relationships/image"/><Relationship Id="rId35" Target="../media/image94.svg" Type="http://schemas.openxmlformats.org/officeDocument/2006/relationships/image"/><Relationship Id="rId36" Target="../media/image95.png" Type="http://schemas.openxmlformats.org/officeDocument/2006/relationships/image"/><Relationship Id="rId37" Target="../media/image96.svg" Type="http://schemas.openxmlformats.org/officeDocument/2006/relationships/image"/><Relationship Id="rId38" Target="../media/image97.png" Type="http://schemas.openxmlformats.org/officeDocument/2006/relationships/image"/><Relationship Id="rId39" Target="../media/image98.svg" Type="http://schemas.openxmlformats.org/officeDocument/2006/relationships/image"/><Relationship Id="rId4" Target="../media/image63.png" Type="http://schemas.openxmlformats.org/officeDocument/2006/relationships/image"/><Relationship Id="rId40" Target="../media/image99.png" Type="http://schemas.openxmlformats.org/officeDocument/2006/relationships/image"/><Relationship Id="rId41" Target="../media/image100.svg" Type="http://schemas.openxmlformats.org/officeDocument/2006/relationships/image"/><Relationship Id="rId42" Target="../media/image101.png" Type="http://schemas.openxmlformats.org/officeDocument/2006/relationships/image"/><Relationship Id="rId43" Target="../media/image102.svg" Type="http://schemas.openxmlformats.org/officeDocument/2006/relationships/image"/><Relationship Id="rId44" Target="../media/image103.png" Type="http://schemas.openxmlformats.org/officeDocument/2006/relationships/image"/><Relationship Id="rId45" Target="../media/image104.svg" Type="http://schemas.openxmlformats.org/officeDocument/2006/relationships/image"/><Relationship Id="rId46" Target="../media/image105.png" Type="http://schemas.openxmlformats.org/officeDocument/2006/relationships/image"/><Relationship Id="rId47" Target="../media/image106.svg" Type="http://schemas.openxmlformats.org/officeDocument/2006/relationships/image"/><Relationship Id="rId48" Target="../media/image107.png" Type="http://schemas.openxmlformats.org/officeDocument/2006/relationships/image"/><Relationship Id="rId49" Target="../media/image108.svg" Type="http://schemas.openxmlformats.org/officeDocument/2006/relationships/image"/><Relationship Id="rId5" Target="../media/image64.svg" Type="http://schemas.openxmlformats.org/officeDocument/2006/relationships/image"/><Relationship Id="rId50" Target="../media/image109.png" Type="http://schemas.openxmlformats.org/officeDocument/2006/relationships/image"/><Relationship Id="rId51" Target="../media/image110.svg" Type="http://schemas.openxmlformats.org/officeDocument/2006/relationships/image"/><Relationship Id="rId52" Target="../media/image111.png" Type="http://schemas.openxmlformats.org/officeDocument/2006/relationships/image"/><Relationship Id="rId53" Target="../media/image112.svg" Type="http://schemas.openxmlformats.org/officeDocument/2006/relationships/image"/><Relationship Id="rId54" Target="../media/image113.png" Type="http://schemas.openxmlformats.org/officeDocument/2006/relationships/image"/><Relationship Id="rId55" Target="../media/image114.svg" Type="http://schemas.openxmlformats.org/officeDocument/2006/relationships/image"/><Relationship Id="rId56" Target="../media/image115.png" Type="http://schemas.openxmlformats.org/officeDocument/2006/relationships/image"/><Relationship Id="rId57" Target="../media/image116.svg" Type="http://schemas.openxmlformats.org/officeDocument/2006/relationships/image"/><Relationship Id="rId58" Target="../media/image117.png" Type="http://schemas.openxmlformats.org/officeDocument/2006/relationships/image"/><Relationship Id="rId59" Target="../media/image118.svg" Type="http://schemas.openxmlformats.org/officeDocument/2006/relationships/image"/><Relationship Id="rId6" Target="../media/image65.png" Type="http://schemas.openxmlformats.org/officeDocument/2006/relationships/image"/><Relationship Id="rId60" Target="../media/image119.png" Type="http://schemas.openxmlformats.org/officeDocument/2006/relationships/image"/><Relationship Id="rId61" Target="../media/image120.svg" Type="http://schemas.openxmlformats.org/officeDocument/2006/relationships/image"/><Relationship Id="rId62" Target="../media/image121.png" Type="http://schemas.openxmlformats.org/officeDocument/2006/relationships/image"/><Relationship Id="rId63" Target="../media/image122.svg" Type="http://schemas.openxmlformats.org/officeDocument/2006/relationships/image"/><Relationship Id="rId64" Target="../media/image123.png" Type="http://schemas.openxmlformats.org/officeDocument/2006/relationships/image"/><Relationship Id="rId65" Target="../media/image124.svg" Type="http://schemas.openxmlformats.org/officeDocument/2006/relationships/image"/><Relationship Id="rId66" Target="../media/image125.png" Type="http://schemas.openxmlformats.org/officeDocument/2006/relationships/image"/><Relationship Id="rId67" Target="../media/image126.svg" Type="http://schemas.openxmlformats.org/officeDocument/2006/relationships/image"/><Relationship Id="rId68" Target="../media/image127.png" Type="http://schemas.openxmlformats.org/officeDocument/2006/relationships/image"/><Relationship Id="rId69" Target="../media/image128.svg" Type="http://schemas.openxmlformats.org/officeDocument/2006/relationships/image"/><Relationship Id="rId7" Target="../media/image66.svg" Type="http://schemas.openxmlformats.org/officeDocument/2006/relationships/image"/><Relationship Id="rId70" Target="../media/image129.png" Type="http://schemas.openxmlformats.org/officeDocument/2006/relationships/image"/><Relationship Id="rId71" Target="../media/image130.svg" Type="http://schemas.openxmlformats.org/officeDocument/2006/relationships/image"/><Relationship Id="rId72" Target="../media/image131.png" Type="http://schemas.openxmlformats.org/officeDocument/2006/relationships/image"/><Relationship Id="rId73" Target="../media/image132.svg" Type="http://schemas.openxmlformats.org/officeDocument/2006/relationships/image"/><Relationship Id="rId74" Target="../media/image133.png" Type="http://schemas.openxmlformats.org/officeDocument/2006/relationships/image"/><Relationship Id="rId75" Target="../media/image134.svg" Type="http://schemas.openxmlformats.org/officeDocument/2006/relationships/image"/><Relationship Id="rId76" Target="../media/image135.png" Type="http://schemas.openxmlformats.org/officeDocument/2006/relationships/image"/><Relationship Id="rId77" Target="../media/image136.svg" Type="http://schemas.openxmlformats.org/officeDocument/2006/relationships/image"/><Relationship Id="rId78" Target="../media/image137.png" Type="http://schemas.openxmlformats.org/officeDocument/2006/relationships/image"/><Relationship Id="rId79" Target="../media/image138.svg" Type="http://schemas.openxmlformats.org/officeDocument/2006/relationships/image"/><Relationship Id="rId8" Target="../media/image67.png" Type="http://schemas.openxmlformats.org/officeDocument/2006/relationships/image"/><Relationship Id="rId80" Target="../media/image139.png" Type="http://schemas.openxmlformats.org/officeDocument/2006/relationships/image"/><Relationship Id="rId81" Target="../media/image140.svg" Type="http://schemas.openxmlformats.org/officeDocument/2006/relationships/image"/><Relationship Id="rId9" Target="../media/image6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9.png" Type="http://schemas.openxmlformats.org/officeDocument/2006/relationships/image"/><Relationship Id="rId11" Target="../media/image150.svg" Type="http://schemas.openxmlformats.org/officeDocument/2006/relationships/image"/><Relationship Id="rId12" Target="../media/image151.png" Type="http://schemas.openxmlformats.org/officeDocument/2006/relationships/image"/><Relationship Id="rId13" Target="../media/image152.svg" Type="http://schemas.openxmlformats.org/officeDocument/2006/relationships/image"/><Relationship Id="rId14" Target="../media/image153.png" Type="http://schemas.openxmlformats.org/officeDocument/2006/relationships/image"/><Relationship Id="rId15" Target="../media/image154.svg" Type="http://schemas.openxmlformats.org/officeDocument/2006/relationships/image"/><Relationship Id="rId2" Target="../media/image141.png" Type="http://schemas.openxmlformats.org/officeDocument/2006/relationships/image"/><Relationship Id="rId3" Target="../media/image142.svg" Type="http://schemas.openxmlformats.org/officeDocument/2006/relationships/image"/><Relationship Id="rId4" Target="../media/image143.png" Type="http://schemas.openxmlformats.org/officeDocument/2006/relationships/image"/><Relationship Id="rId5" Target="../media/image144.svg" Type="http://schemas.openxmlformats.org/officeDocument/2006/relationships/image"/><Relationship Id="rId6" Target="../media/image145.png" Type="http://schemas.openxmlformats.org/officeDocument/2006/relationships/image"/><Relationship Id="rId7" Target="../media/image146.svg" Type="http://schemas.openxmlformats.org/officeDocument/2006/relationships/image"/><Relationship Id="rId8" Target="../media/image147.png" Type="http://schemas.openxmlformats.org/officeDocument/2006/relationships/image"/><Relationship Id="rId9" Target="../media/image14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3.png" Type="http://schemas.openxmlformats.org/officeDocument/2006/relationships/image"/><Relationship Id="rId11" Target="../media/image164.svg" Type="http://schemas.openxmlformats.org/officeDocument/2006/relationships/image"/><Relationship Id="rId12" Target="../media/image165.png" Type="http://schemas.openxmlformats.org/officeDocument/2006/relationships/image"/><Relationship Id="rId13" Target="../media/image166.svg" Type="http://schemas.openxmlformats.org/officeDocument/2006/relationships/image"/><Relationship Id="rId14" Target="../media/image167.png" Type="http://schemas.openxmlformats.org/officeDocument/2006/relationships/image"/><Relationship Id="rId15" Target="../media/image168.svg" Type="http://schemas.openxmlformats.org/officeDocument/2006/relationships/image"/><Relationship Id="rId16" Target="../media/image169.png" Type="http://schemas.openxmlformats.org/officeDocument/2006/relationships/image"/><Relationship Id="rId17" Target="../media/image170.svg" Type="http://schemas.openxmlformats.org/officeDocument/2006/relationships/image"/><Relationship Id="rId18" Target="../media/image171.png" Type="http://schemas.openxmlformats.org/officeDocument/2006/relationships/image"/><Relationship Id="rId19" Target="../media/image172.svg" Type="http://schemas.openxmlformats.org/officeDocument/2006/relationships/image"/><Relationship Id="rId2" Target="../media/image155.png" Type="http://schemas.openxmlformats.org/officeDocument/2006/relationships/image"/><Relationship Id="rId20" Target="../media/image173.png" Type="http://schemas.openxmlformats.org/officeDocument/2006/relationships/image"/><Relationship Id="rId21" Target="../media/image174.svg" Type="http://schemas.openxmlformats.org/officeDocument/2006/relationships/image"/><Relationship Id="rId22" Target="../media/image175.png" Type="http://schemas.openxmlformats.org/officeDocument/2006/relationships/image"/><Relationship Id="rId23" Target="../media/image176.svg" Type="http://schemas.openxmlformats.org/officeDocument/2006/relationships/image"/><Relationship Id="rId24" Target="../media/image177.png" Type="http://schemas.openxmlformats.org/officeDocument/2006/relationships/image"/><Relationship Id="rId25" Target="../media/image178.svg" Type="http://schemas.openxmlformats.org/officeDocument/2006/relationships/image"/><Relationship Id="rId26" Target="../media/image179.png" Type="http://schemas.openxmlformats.org/officeDocument/2006/relationships/image"/><Relationship Id="rId27" Target="../media/image180.svg" Type="http://schemas.openxmlformats.org/officeDocument/2006/relationships/image"/><Relationship Id="rId28" Target="../media/image181.png" Type="http://schemas.openxmlformats.org/officeDocument/2006/relationships/image"/><Relationship Id="rId29" Target="../media/image182.svg" Type="http://schemas.openxmlformats.org/officeDocument/2006/relationships/image"/><Relationship Id="rId3" Target="../media/image156.svg" Type="http://schemas.openxmlformats.org/officeDocument/2006/relationships/image"/><Relationship Id="rId30" Target="../media/image183.png" Type="http://schemas.openxmlformats.org/officeDocument/2006/relationships/image"/><Relationship Id="rId31" Target="../media/image184.svg" Type="http://schemas.openxmlformats.org/officeDocument/2006/relationships/image"/><Relationship Id="rId32" Target="../media/image185.png" Type="http://schemas.openxmlformats.org/officeDocument/2006/relationships/image"/><Relationship Id="rId33" Target="../media/image186.svg" Type="http://schemas.openxmlformats.org/officeDocument/2006/relationships/image"/><Relationship Id="rId34" Target="../media/image187.png" Type="http://schemas.openxmlformats.org/officeDocument/2006/relationships/image"/><Relationship Id="rId35" Target="../media/image188.svg" Type="http://schemas.openxmlformats.org/officeDocument/2006/relationships/image"/><Relationship Id="rId36" Target="../media/image189.png" Type="http://schemas.openxmlformats.org/officeDocument/2006/relationships/image"/><Relationship Id="rId37" Target="../media/image190.svg" Type="http://schemas.openxmlformats.org/officeDocument/2006/relationships/image"/><Relationship Id="rId38" Target="../media/image191.png" Type="http://schemas.openxmlformats.org/officeDocument/2006/relationships/image"/><Relationship Id="rId39" Target="../media/image192.svg" Type="http://schemas.openxmlformats.org/officeDocument/2006/relationships/image"/><Relationship Id="rId4" Target="../media/image157.png" Type="http://schemas.openxmlformats.org/officeDocument/2006/relationships/image"/><Relationship Id="rId40" Target="../media/image193.png" Type="http://schemas.openxmlformats.org/officeDocument/2006/relationships/image"/><Relationship Id="rId41" Target="../media/image194.svg" Type="http://schemas.openxmlformats.org/officeDocument/2006/relationships/image"/><Relationship Id="rId42" Target="../media/image195.png" Type="http://schemas.openxmlformats.org/officeDocument/2006/relationships/image"/><Relationship Id="rId43" Target="../media/image196.svg" Type="http://schemas.openxmlformats.org/officeDocument/2006/relationships/image"/><Relationship Id="rId44" Target="../media/image197.png" Type="http://schemas.openxmlformats.org/officeDocument/2006/relationships/image"/><Relationship Id="rId45" Target="../media/image198.svg" Type="http://schemas.openxmlformats.org/officeDocument/2006/relationships/image"/><Relationship Id="rId5" Target="../media/image158.svg" Type="http://schemas.openxmlformats.org/officeDocument/2006/relationships/image"/><Relationship Id="rId6" Target="../media/image159.png" Type="http://schemas.openxmlformats.org/officeDocument/2006/relationships/image"/><Relationship Id="rId7" Target="../media/image160.svg" Type="http://schemas.openxmlformats.org/officeDocument/2006/relationships/image"/><Relationship Id="rId8" Target="../media/image161.png" Type="http://schemas.openxmlformats.org/officeDocument/2006/relationships/image"/><Relationship Id="rId9" Target="../media/image16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0.jpeg" Type="http://schemas.openxmlformats.org/officeDocument/2006/relationships/image"/><Relationship Id="rId3" Target="../media/image201.jpeg" Type="http://schemas.openxmlformats.org/officeDocument/2006/relationships/image"/><Relationship Id="rId4" Target="../media/image20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8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4104" y="852788"/>
            <a:ext cx="4425321" cy="3536598"/>
          </a:xfrm>
          <a:custGeom>
            <a:avLst/>
            <a:gdLst/>
            <a:ahLst/>
            <a:cxnLst/>
            <a:rect r="r" b="b" t="t" l="l"/>
            <a:pathLst>
              <a:path h="3536598" w="4425321">
                <a:moveTo>
                  <a:pt x="0" y="0"/>
                </a:moveTo>
                <a:lnTo>
                  <a:pt x="4425322" y="0"/>
                </a:lnTo>
                <a:lnTo>
                  <a:pt x="4425322" y="3536598"/>
                </a:lnTo>
                <a:lnTo>
                  <a:pt x="0" y="3536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1822" y="4686138"/>
            <a:ext cx="3292641" cy="3816099"/>
          </a:xfrm>
          <a:custGeom>
            <a:avLst/>
            <a:gdLst/>
            <a:ahLst/>
            <a:cxnLst/>
            <a:rect r="r" b="b" t="t" l="l"/>
            <a:pathLst>
              <a:path h="3816099" w="3292641">
                <a:moveTo>
                  <a:pt x="0" y="0"/>
                </a:moveTo>
                <a:lnTo>
                  <a:pt x="3292641" y="0"/>
                </a:lnTo>
                <a:lnTo>
                  <a:pt x="3292641" y="3816099"/>
                </a:lnTo>
                <a:lnTo>
                  <a:pt x="0" y="38160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86112" y="519554"/>
            <a:ext cx="4029945" cy="5486134"/>
          </a:xfrm>
          <a:custGeom>
            <a:avLst/>
            <a:gdLst/>
            <a:ahLst/>
            <a:cxnLst/>
            <a:rect r="r" b="b" t="t" l="l"/>
            <a:pathLst>
              <a:path h="5486134" w="4029945">
                <a:moveTo>
                  <a:pt x="0" y="0"/>
                </a:moveTo>
                <a:lnTo>
                  <a:pt x="4029945" y="0"/>
                </a:lnTo>
                <a:lnTo>
                  <a:pt x="4029945" y="5486134"/>
                </a:lnTo>
                <a:lnTo>
                  <a:pt x="0" y="54861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8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9429" y="911543"/>
            <a:ext cx="2799050" cy="4013150"/>
          </a:xfrm>
          <a:custGeom>
            <a:avLst/>
            <a:gdLst/>
            <a:ahLst/>
            <a:cxnLst/>
            <a:rect r="r" b="b" t="t" l="l"/>
            <a:pathLst>
              <a:path h="4013150" w="2799050">
                <a:moveTo>
                  <a:pt x="0" y="0"/>
                </a:moveTo>
                <a:lnTo>
                  <a:pt x="2799049" y="0"/>
                </a:lnTo>
                <a:lnTo>
                  <a:pt x="2799049" y="4013149"/>
                </a:lnTo>
                <a:lnTo>
                  <a:pt x="0" y="40131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1062" y="653325"/>
            <a:ext cx="3209072" cy="3299350"/>
          </a:xfrm>
          <a:custGeom>
            <a:avLst/>
            <a:gdLst/>
            <a:ahLst/>
            <a:cxnLst/>
            <a:rect r="r" b="b" t="t" l="l"/>
            <a:pathLst>
              <a:path h="3299350" w="3209072">
                <a:moveTo>
                  <a:pt x="0" y="0"/>
                </a:moveTo>
                <a:lnTo>
                  <a:pt x="3209072" y="0"/>
                </a:lnTo>
                <a:lnTo>
                  <a:pt x="3209072" y="3299351"/>
                </a:lnTo>
                <a:lnTo>
                  <a:pt x="0" y="32993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35641" y="4081803"/>
            <a:ext cx="5304126" cy="5527998"/>
          </a:xfrm>
          <a:custGeom>
            <a:avLst/>
            <a:gdLst/>
            <a:ahLst/>
            <a:cxnLst/>
            <a:rect r="r" b="b" t="t" l="l"/>
            <a:pathLst>
              <a:path h="5527998" w="5304126">
                <a:moveTo>
                  <a:pt x="0" y="0"/>
                </a:moveTo>
                <a:lnTo>
                  <a:pt x="5304126" y="0"/>
                </a:lnTo>
                <a:lnTo>
                  <a:pt x="5304126" y="5527998"/>
                </a:lnTo>
                <a:lnTo>
                  <a:pt x="0" y="55279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47764" y="1094423"/>
            <a:ext cx="4634261" cy="6091465"/>
          </a:xfrm>
          <a:custGeom>
            <a:avLst/>
            <a:gdLst/>
            <a:ahLst/>
            <a:cxnLst/>
            <a:rect r="r" b="b" t="t" l="l"/>
            <a:pathLst>
              <a:path h="6091465" w="4634261">
                <a:moveTo>
                  <a:pt x="0" y="0"/>
                </a:moveTo>
                <a:lnTo>
                  <a:pt x="4634260" y="0"/>
                </a:lnTo>
                <a:lnTo>
                  <a:pt x="4634260" y="6091465"/>
                </a:lnTo>
                <a:lnTo>
                  <a:pt x="0" y="60914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8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3418" y="801825"/>
            <a:ext cx="7690582" cy="7727583"/>
          </a:xfrm>
          <a:custGeom>
            <a:avLst/>
            <a:gdLst/>
            <a:ahLst/>
            <a:cxnLst/>
            <a:rect r="r" b="b" t="t" l="l"/>
            <a:pathLst>
              <a:path h="7727583" w="7690582">
                <a:moveTo>
                  <a:pt x="0" y="0"/>
                </a:moveTo>
                <a:lnTo>
                  <a:pt x="7690582" y="0"/>
                </a:lnTo>
                <a:lnTo>
                  <a:pt x="7690582" y="7727583"/>
                </a:lnTo>
                <a:lnTo>
                  <a:pt x="0" y="7727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64628" y="2310585"/>
            <a:ext cx="4043605" cy="4978995"/>
          </a:xfrm>
          <a:custGeom>
            <a:avLst/>
            <a:gdLst/>
            <a:ahLst/>
            <a:cxnLst/>
            <a:rect r="r" b="b" t="t" l="l"/>
            <a:pathLst>
              <a:path h="4978995" w="4043605">
                <a:moveTo>
                  <a:pt x="0" y="0"/>
                </a:moveTo>
                <a:lnTo>
                  <a:pt x="4043606" y="0"/>
                </a:lnTo>
                <a:lnTo>
                  <a:pt x="4043606" y="4978995"/>
                </a:lnTo>
                <a:lnTo>
                  <a:pt x="0" y="4978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8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8144" y="500062"/>
            <a:ext cx="2711019" cy="7299960"/>
          </a:xfrm>
          <a:custGeom>
            <a:avLst/>
            <a:gdLst/>
            <a:ahLst/>
            <a:cxnLst/>
            <a:rect r="r" b="b" t="t" l="l"/>
            <a:pathLst>
              <a:path h="7299960" w="2711019">
                <a:moveTo>
                  <a:pt x="0" y="0"/>
                </a:moveTo>
                <a:lnTo>
                  <a:pt x="2711019" y="0"/>
                </a:lnTo>
                <a:lnTo>
                  <a:pt x="2711019" y="7299960"/>
                </a:lnTo>
                <a:lnTo>
                  <a:pt x="0" y="7299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91102" y="613992"/>
            <a:ext cx="2717775" cy="2607635"/>
          </a:xfrm>
          <a:custGeom>
            <a:avLst/>
            <a:gdLst/>
            <a:ahLst/>
            <a:cxnLst/>
            <a:rect r="r" b="b" t="t" l="l"/>
            <a:pathLst>
              <a:path h="2607635" w="2717775">
                <a:moveTo>
                  <a:pt x="0" y="0"/>
                </a:moveTo>
                <a:lnTo>
                  <a:pt x="2717775" y="0"/>
                </a:lnTo>
                <a:lnTo>
                  <a:pt x="2717775" y="2607635"/>
                </a:lnTo>
                <a:lnTo>
                  <a:pt x="0" y="2607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78404" y="602630"/>
            <a:ext cx="2725476" cy="4305648"/>
          </a:xfrm>
          <a:custGeom>
            <a:avLst/>
            <a:gdLst/>
            <a:ahLst/>
            <a:cxnLst/>
            <a:rect r="r" b="b" t="t" l="l"/>
            <a:pathLst>
              <a:path h="4305648" w="2725476">
                <a:moveTo>
                  <a:pt x="0" y="0"/>
                </a:moveTo>
                <a:lnTo>
                  <a:pt x="2725476" y="0"/>
                </a:lnTo>
                <a:lnTo>
                  <a:pt x="2725476" y="4305648"/>
                </a:lnTo>
                <a:lnTo>
                  <a:pt x="0" y="43056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79163" y="3805887"/>
            <a:ext cx="4026924" cy="3513117"/>
          </a:xfrm>
          <a:custGeom>
            <a:avLst/>
            <a:gdLst/>
            <a:ahLst/>
            <a:cxnLst/>
            <a:rect r="r" b="b" t="t" l="l"/>
            <a:pathLst>
              <a:path h="3513117" w="4026924">
                <a:moveTo>
                  <a:pt x="0" y="0"/>
                </a:moveTo>
                <a:lnTo>
                  <a:pt x="4026924" y="0"/>
                </a:lnTo>
                <a:lnTo>
                  <a:pt x="4026924" y="3513117"/>
                </a:lnTo>
                <a:lnTo>
                  <a:pt x="0" y="35131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03880" y="5562446"/>
            <a:ext cx="3450823" cy="3262046"/>
          </a:xfrm>
          <a:custGeom>
            <a:avLst/>
            <a:gdLst/>
            <a:ahLst/>
            <a:cxnLst/>
            <a:rect r="r" b="b" t="t" l="l"/>
            <a:pathLst>
              <a:path h="3262046" w="3450823">
                <a:moveTo>
                  <a:pt x="0" y="0"/>
                </a:moveTo>
                <a:lnTo>
                  <a:pt x="3450823" y="0"/>
                </a:lnTo>
                <a:lnTo>
                  <a:pt x="3450823" y="3262045"/>
                </a:lnTo>
                <a:lnTo>
                  <a:pt x="0" y="3262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26368" y="679764"/>
            <a:ext cx="3464226" cy="3262046"/>
          </a:xfrm>
          <a:custGeom>
            <a:avLst/>
            <a:gdLst/>
            <a:ahLst/>
            <a:cxnLst/>
            <a:rect r="r" b="b" t="t" l="l"/>
            <a:pathLst>
              <a:path h="3262046" w="3464226">
                <a:moveTo>
                  <a:pt x="0" y="0"/>
                </a:moveTo>
                <a:lnTo>
                  <a:pt x="3464226" y="0"/>
                </a:lnTo>
                <a:lnTo>
                  <a:pt x="3464226" y="3262046"/>
                </a:lnTo>
                <a:lnTo>
                  <a:pt x="0" y="326204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74419" y="5073674"/>
            <a:ext cx="2960133" cy="2886720"/>
          </a:xfrm>
          <a:custGeom>
            <a:avLst/>
            <a:gdLst/>
            <a:ahLst/>
            <a:cxnLst/>
            <a:rect r="r" b="b" t="t" l="l"/>
            <a:pathLst>
              <a:path h="2886720" w="2960133">
                <a:moveTo>
                  <a:pt x="0" y="0"/>
                </a:moveTo>
                <a:lnTo>
                  <a:pt x="2960133" y="0"/>
                </a:lnTo>
                <a:lnTo>
                  <a:pt x="2960133" y="2886720"/>
                </a:lnTo>
                <a:lnTo>
                  <a:pt x="0" y="28867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068115" y="3021758"/>
            <a:ext cx="1808850" cy="2785290"/>
          </a:xfrm>
          <a:custGeom>
            <a:avLst/>
            <a:gdLst/>
            <a:ahLst/>
            <a:cxnLst/>
            <a:rect r="r" b="b" t="t" l="l"/>
            <a:pathLst>
              <a:path h="2785290" w="1808850">
                <a:moveTo>
                  <a:pt x="0" y="0"/>
                </a:moveTo>
                <a:lnTo>
                  <a:pt x="1808850" y="0"/>
                </a:lnTo>
                <a:lnTo>
                  <a:pt x="1808850" y="2785290"/>
                </a:lnTo>
                <a:lnTo>
                  <a:pt x="0" y="278529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32007" y="3086284"/>
            <a:ext cx="1752366" cy="2720763"/>
          </a:xfrm>
          <a:custGeom>
            <a:avLst/>
            <a:gdLst/>
            <a:ahLst/>
            <a:cxnLst/>
            <a:rect r="r" b="b" t="t" l="l"/>
            <a:pathLst>
              <a:path h="2720763" w="1752366">
                <a:moveTo>
                  <a:pt x="0" y="0"/>
                </a:moveTo>
                <a:lnTo>
                  <a:pt x="1752365" y="0"/>
                </a:lnTo>
                <a:lnTo>
                  <a:pt x="1752365" y="2720764"/>
                </a:lnTo>
                <a:lnTo>
                  <a:pt x="0" y="272076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180288" y="2376298"/>
            <a:ext cx="1960098" cy="1606182"/>
          </a:xfrm>
          <a:custGeom>
            <a:avLst/>
            <a:gdLst/>
            <a:ahLst/>
            <a:cxnLst/>
            <a:rect r="r" b="b" t="t" l="l"/>
            <a:pathLst>
              <a:path h="1606182" w="1960098">
                <a:moveTo>
                  <a:pt x="0" y="0"/>
                </a:moveTo>
                <a:lnTo>
                  <a:pt x="1960098" y="0"/>
                </a:lnTo>
                <a:lnTo>
                  <a:pt x="1960098" y="1606182"/>
                </a:lnTo>
                <a:lnTo>
                  <a:pt x="0" y="160618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774645" y="586347"/>
            <a:ext cx="1064175" cy="1056354"/>
          </a:xfrm>
          <a:custGeom>
            <a:avLst/>
            <a:gdLst/>
            <a:ahLst/>
            <a:cxnLst/>
            <a:rect r="r" b="b" t="t" l="l"/>
            <a:pathLst>
              <a:path h="1056354" w="1064175">
                <a:moveTo>
                  <a:pt x="0" y="0"/>
                </a:moveTo>
                <a:lnTo>
                  <a:pt x="1064175" y="0"/>
                </a:lnTo>
                <a:lnTo>
                  <a:pt x="1064175" y="1056354"/>
                </a:lnTo>
                <a:lnTo>
                  <a:pt x="0" y="105635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8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5191" y="-3507633"/>
            <a:ext cx="6155226" cy="9910030"/>
          </a:xfrm>
          <a:custGeom>
            <a:avLst/>
            <a:gdLst/>
            <a:ahLst/>
            <a:cxnLst/>
            <a:rect r="r" b="b" t="t" l="l"/>
            <a:pathLst>
              <a:path h="9910030" w="6155226">
                <a:moveTo>
                  <a:pt x="0" y="0"/>
                </a:moveTo>
                <a:lnTo>
                  <a:pt x="6155226" y="0"/>
                </a:lnTo>
                <a:lnTo>
                  <a:pt x="6155226" y="9910030"/>
                </a:lnTo>
                <a:lnTo>
                  <a:pt x="0" y="9910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31473" y="1001874"/>
            <a:ext cx="1218595" cy="4050290"/>
          </a:xfrm>
          <a:custGeom>
            <a:avLst/>
            <a:gdLst/>
            <a:ahLst/>
            <a:cxnLst/>
            <a:rect r="r" b="b" t="t" l="l"/>
            <a:pathLst>
              <a:path h="4050290" w="1218595">
                <a:moveTo>
                  <a:pt x="0" y="0"/>
                </a:moveTo>
                <a:lnTo>
                  <a:pt x="1218595" y="0"/>
                </a:lnTo>
                <a:lnTo>
                  <a:pt x="1218595" y="4050290"/>
                </a:lnTo>
                <a:lnTo>
                  <a:pt x="0" y="4050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4900102">
            <a:off x="5988274" y="815581"/>
            <a:ext cx="411774" cy="0"/>
          </a:xfrm>
          <a:prstGeom prst="line">
            <a:avLst/>
          </a:prstGeom>
          <a:ln cap="rnd" w="19050">
            <a:solidFill>
              <a:srgbClr val="4F4C4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624510" y="-191776"/>
            <a:ext cx="3981774" cy="5766712"/>
          </a:xfrm>
          <a:custGeom>
            <a:avLst/>
            <a:gdLst/>
            <a:ahLst/>
            <a:cxnLst/>
            <a:rect r="r" b="b" t="t" l="l"/>
            <a:pathLst>
              <a:path h="5766712" w="3981774">
                <a:moveTo>
                  <a:pt x="0" y="0"/>
                </a:moveTo>
                <a:lnTo>
                  <a:pt x="3981774" y="0"/>
                </a:lnTo>
                <a:lnTo>
                  <a:pt x="3981774" y="5766712"/>
                </a:lnTo>
                <a:lnTo>
                  <a:pt x="0" y="57667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73774" y="3022209"/>
            <a:ext cx="5958200" cy="9910032"/>
          </a:xfrm>
          <a:custGeom>
            <a:avLst/>
            <a:gdLst/>
            <a:ahLst/>
            <a:cxnLst/>
            <a:rect r="r" b="b" t="t" l="l"/>
            <a:pathLst>
              <a:path h="9910032" w="5958200">
                <a:moveTo>
                  <a:pt x="0" y="0"/>
                </a:moveTo>
                <a:lnTo>
                  <a:pt x="5958200" y="0"/>
                </a:lnTo>
                <a:lnTo>
                  <a:pt x="5958200" y="9910032"/>
                </a:lnTo>
                <a:lnTo>
                  <a:pt x="0" y="99100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02418" y="956342"/>
            <a:ext cx="4348229" cy="9237190"/>
          </a:xfrm>
          <a:custGeom>
            <a:avLst/>
            <a:gdLst/>
            <a:ahLst/>
            <a:cxnLst/>
            <a:rect r="r" b="b" t="t" l="l"/>
            <a:pathLst>
              <a:path h="9237190" w="4348229">
                <a:moveTo>
                  <a:pt x="0" y="0"/>
                </a:moveTo>
                <a:lnTo>
                  <a:pt x="4348229" y="0"/>
                </a:lnTo>
                <a:lnTo>
                  <a:pt x="4348229" y="9237190"/>
                </a:lnTo>
                <a:lnTo>
                  <a:pt x="0" y="92371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053847" y="2517796"/>
            <a:ext cx="6143082" cy="7769204"/>
          </a:xfrm>
          <a:custGeom>
            <a:avLst/>
            <a:gdLst/>
            <a:ahLst/>
            <a:cxnLst/>
            <a:rect r="r" b="b" t="t" l="l"/>
            <a:pathLst>
              <a:path h="7769204" w="6143082">
                <a:moveTo>
                  <a:pt x="0" y="0"/>
                </a:moveTo>
                <a:lnTo>
                  <a:pt x="6143082" y="0"/>
                </a:lnTo>
                <a:lnTo>
                  <a:pt x="6143082" y="7769204"/>
                </a:lnTo>
                <a:lnTo>
                  <a:pt x="0" y="77692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20476" y="3882008"/>
            <a:ext cx="2117444" cy="6423462"/>
          </a:xfrm>
          <a:custGeom>
            <a:avLst/>
            <a:gdLst/>
            <a:ahLst/>
            <a:cxnLst/>
            <a:rect r="r" b="b" t="t" l="l"/>
            <a:pathLst>
              <a:path h="6423462" w="2117444">
                <a:moveTo>
                  <a:pt x="0" y="0"/>
                </a:moveTo>
                <a:lnTo>
                  <a:pt x="2117444" y="0"/>
                </a:lnTo>
                <a:lnTo>
                  <a:pt x="2117444" y="6423462"/>
                </a:lnTo>
                <a:lnTo>
                  <a:pt x="0" y="642346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12607" y="4059552"/>
            <a:ext cx="197448" cy="93729"/>
          </a:xfrm>
          <a:custGeom>
            <a:avLst/>
            <a:gdLst/>
            <a:ahLst/>
            <a:cxnLst/>
            <a:rect r="r" b="b" t="t" l="l"/>
            <a:pathLst>
              <a:path h="93729" w="197448">
                <a:moveTo>
                  <a:pt x="0" y="0"/>
                </a:moveTo>
                <a:lnTo>
                  <a:pt x="197447" y="0"/>
                </a:lnTo>
                <a:lnTo>
                  <a:pt x="197447" y="93729"/>
                </a:lnTo>
                <a:lnTo>
                  <a:pt x="0" y="9372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430376" y="4472992"/>
            <a:ext cx="2087769" cy="5242008"/>
          </a:xfrm>
          <a:custGeom>
            <a:avLst/>
            <a:gdLst/>
            <a:ahLst/>
            <a:cxnLst/>
            <a:rect r="r" b="b" t="t" l="l"/>
            <a:pathLst>
              <a:path h="5242008" w="2087769">
                <a:moveTo>
                  <a:pt x="0" y="0"/>
                </a:moveTo>
                <a:lnTo>
                  <a:pt x="2087770" y="0"/>
                </a:lnTo>
                <a:lnTo>
                  <a:pt x="2087770" y="5242008"/>
                </a:lnTo>
                <a:lnTo>
                  <a:pt x="0" y="524200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004775" y="7510234"/>
            <a:ext cx="669342" cy="2157084"/>
          </a:xfrm>
          <a:custGeom>
            <a:avLst/>
            <a:gdLst/>
            <a:ahLst/>
            <a:cxnLst/>
            <a:rect r="r" b="b" t="t" l="l"/>
            <a:pathLst>
              <a:path h="2157084" w="669342">
                <a:moveTo>
                  <a:pt x="0" y="0"/>
                </a:moveTo>
                <a:lnTo>
                  <a:pt x="669342" y="0"/>
                </a:lnTo>
                <a:lnTo>
                  <a:pt x="669342" y="2157084"/>
                </a:lnTo>
                <a:lnTo>
                  <a:pt x="0" y="215708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8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6988" y="853759"/>
            <a:ext cx="1222008" cy="1820284"/>
          </a:xfrm>
          <a:custGeom>
            <a:avLst/>
            <a:gdLst/>
            <a:ahLst/>
            <a:cxnLst/>
            <a:rect r="r" b="b" t="t" l="l"/>
            <a:pathLst>
              <a:path h="1820284" w="1222008">
                <a:moveTo>
                  <a:pt x="0" y="0"/>
                </a:moveTo>
                <a:lnTo>
                  <a:pt x="1222008" y="0"/>
                </a:lnTo>
                <a:lnTo>
                  <a:pt x="1222008" y="1820284"/>
                </a:lnTo>
                <a:lnTo>
                  <a:pt x="0" y="1820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37511" y="2960383"/>
            <a:ext cx="2298823" cy="2330613"/>
          </a:xfrm>
          <a:custGeom>
            <a:avLst/>
            <a:gdLst/>
            <a:ahLst/>
            <a:cxnLst/>
            <a:rect r="r" b="b" t="t" l="l"/>
            <a:pathLst>
              <a:path h="2330613" w="2298823">
                <a:moveTo>
                  <a:pt x="0" y="0"/>
                </a:moveTo>
                <a:lnTo>
                  <a:pt x="2298823" y="0"/>
                </a:lnTo>
                <a:lnTo>
                  <a:pt x="2298823" y="2330614"/>
                </a:lnTo>
                <a:lnTo>
                  <a:pt x="0" y="2330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98953" y="922164"/>
            <a:ext cx="1725561" cy="2008353"/>
          </a:xfrm>
          <a:custGeom>
            <a:avLst/>
            <a:gdLst/>
            <a:ahLst/>
            <a:cxnLst/>
            <a:rect r="r" b="b" t="t" l="l"/>
            <a:pathLst>
              <a:path h="2008353" w="1725561">
                <a:moveTo>
                  <a:pt x="0" y="0"/>
                </a:moveTo>
                <a:lnTo>
                  <a:pt x="1725561" y="0"/>
                </a:lnTo>
                <a:lnTo>
                  <a:pt x="1725561" y="2008353"/>
                </a:lnTo>
                <a:lnTo>
                  <a:pt x="0" y="2008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0334" y="3323805"/>
            <a:ext cx="996396" cy="1955544"/>
          </a:xfrm>
          <a:custGeom>
            <a:avLst/>
            <a:gdLst/>
            <a:ahLst/>
            <a:cxnLst/>
            <a:rect r="r" b="b" t="t" l="l"/>
            <a:pathLst>
              <a:path h="1955544" w="996396">
                <a:moveTo>
                  <a:pt x="0" y="0"/>
                </a:moveTo>
                <a:lnTo>
                  <a:pt x="996397" y="0"/>
                </a:lnTo>
                <a:lnTo>
                  <a:pt x="996397" y="1955544"/>
                </a:lnTo>
                <a:lnTo>
                  <a:pt x="0" y="19555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38358" y="1416380"/>
            <a:ext cx="838502" cy="1166873"/>
          </a:xfrm>
          <a:custGeom>
            <a:avLst/>
            <a:gdLst/>
            <a:ahLst/>
            <a:cxnLst/>
            <a:rect r="r" b="b" t="t" l="l"/>
            <a:pathLst>
              <a:path h="1166873" w="838502">
                <a:moveTo>
                  <a:pt x="0" y="0"/>
                </a:moveTo>
                <a:lnTo>
                  <a:pt x="838501" y="0"/>
                </a:lnTo>
                <a:lnTo>
                  <a:pt x="838501" y="1166872"/>
                </a:lnTo>
                <a:lnTo>
                  <a:pt x="0" y="1166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1039" y="6168720"/>
            <a:ext cx="1334564" cy="1587484"/>
          </a:xfrm>
          <a:custGeom>
            <a:avLst/>
            <a:gdLst/>
            <a:ahLst/>
            <a:cxnLst/>
            <a:rect r="r" b="b" t="t" l="l"/>
            <a:pathLst>
              <a:path h="1587484" w="1334564">
                <a:moveTo>
                  <a:pt x="0" y="0"/>
                </a:moveTo>
                <a:lnTo>
                  <a:pt x="1334564" y="0"/>
                </a:lnTo>
                <a:lnTo>
                  <a:pt x="1334564" y="1587484"/>
                </a:lnTo>
                <a:lnTo>
                  <a:pt x="0" y="15874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93014" y="5814057"/>
            <a:ext cx="1011257" cy="1564801"/>
          </a:xfrm>
          <a:custGeom>
            <a:avLst/>
            <a:gdLst/>
            <a:ahLst/>
            <a:cxnLst/>
            <a:rect r="r" b="b" t="t" l="l"/>
            <a:pathLst>
              <a:path h="1564801" w="1011257">
                <a:moveTo>
                  <a:pt x="0" y="0"/>
                </a:moveTo>
                <a:lnTo>
                  <a:pt x="1011257" y="0"/>
                </a:lnTo>
                <a:lnTo>
                  <a:pt x="1011257" y="1564801"/>
                </a:lnTo>
                <a:lnTo>
                  <a:pt x="0" y="15648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81228" y="1022226"/>
            <a:ext cx="669342" cy="2157084"/>
          </a:xfrm>
          <a:custGeom>
            <a:avLst/>
            <a:gdLst/>
            <a:ahLst/>
            <a:cxnLst/>
            <a:rect r="r" b="b" t="t" l="l"/>
            <a:pathLst>
              <a:path h="2157084" w="669342">
                <a:moveTo>
                  <a:pt x="0" y="0"/>
                </a:moveTo>
                <a:lnTo>
                  <a:pt x="669342" y="0"/>
                </a:lnTo>
                <a:lnTo>
                  <a:pt x="669342" y="2157084"/>
                </a:lnTo>
                <a:lnTo>
                  <a:pt x="0" y="215708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135195" y="153250"/>
            <a:ext cx="1133316" cy="2683872"/>
          </a:xfrm>
          <a:custGeom>
            <a:avLst/>
            <a:gdLst/>
            <a:ahLst/>
            <a:cxnLst/>
            <a:rect r="r" b="b" t="t" l="l"/>
            <a:pathLst>
              <a:path h="2683872" w="1133316">
                <a:moveTo>
                  <a:pt x="0" y="0"/>
                </a:moveTo>
                <a:lnTo>
                  <a:pt x="1133316" y="0"/>
                </a:lnTo>
                <a:lnTo>
                  <a:pt x="1133316" y="2683872"/>
                </a:lnTo>
                <a:lnTo>
                  <a:pt x="0" y="268387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02844" y="1315257"/>
            <a:ext cx="460952" cy="1165881"/>
          </a:xfrm>
          <a:custGeom>
            <a:avLst/>
            <a:gdLst/>
            <a:ahLst/>
            <a:cxnLst/>
            <a:rect r="r" b="b" t="t" l="l"/>
            <a:pathLst>
              <a:path h="1165881" w="460952">
                <a:moveTo>
                  <a:pt x="0" y="0"/>
                </a:moveTo>
                <a:lnTo>
                  <a:pt x="460952" y="0"/>
                </a:lnTo>
                <a:lnTo>
                  <a:pt x="460952" y="1165881"/>
                </a:lnTo>
                <a:lnTo>
                  <a:pt x="0" y="116588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091798" y="1315477"/>
            <a:ext cx="486795" cy="1166002"/>
          </a:xfrm>
          <a:custGeom>
            <a:avLst/>
            <a:gdLst/>
            <a:ahLst/>
            <a:cxnLst/>
            <a:rect r="r" b="b" t="t" l="l"/>
            <a:pathLst>
              <a:path h="1166002" w="486795">
                <a:moveTo>
                  <a:pt x="0" y="0"/>
                </a:moveTo>
                <a:lnTo>
                  <a:pt x="486795" y="0"/>
                </a:lnTo>
                <a:lnTo>
                  <a:pt x="486795" y="1166003"/>
                </a:lnTo>
                <a:lnTo>
                  <a:pt x="0" y="116600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061510" y="400802"/>
            <a:ext cx="786119" cy="2188308"/>
          </a:xfrm>
          <a:custGeom>
            <a:avLst/>
            <a:gdLst/>
            <a:ahLst/>
            <a:cxnLst/>
            <a:rect r="r" b="b" t="t" l="l"/>
            <a:pathLst>
              <a:path h="2188308" w="786119">
                <a:moveTo>
                  <a:pt x="0" y="0"/>
                </a:moveTo>
                <a:lnTo>
                  <a:pt x="786118" y="0"/>
                </a:lnTo>
                <a:lnTo>
                  <a:pt x="786118" y="2188308"/>
                </a:lnTo>
                <a:lnTo>
                  <a:pt x="0" y="218830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926735" y="4494234"/>
            <a:ext cx="768575" cy="427528"/>
          </a:xfrm>
          <a:custGeom>
            <a:avLst/>
            <a:gdLst/>
            <a:ahLst/>
            <a:cxnLst/>
            <a:rect r="r" b="b" t="t" l="l"/>
            <a:pathLst>
              <a:path h="427528" w="768575">
                <a:moveTo>
                  <a:pt x="0" y="0"/>
                </a:moveTo>
                <a:lnTo>
                  <a:pt x="768575" y="0"/>
                </a:lnTo>
                <a:lnTo>
                  <a:pt x="768575" y="427528"/>
                </a:lnTo>
                <a:lnTo>
                  <a:pt x="0" y="42752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302178" y="4378356"/>
            <a:ext cx="577197" cy="522293"/>
          </a:xfrm>
          <a:custGeom>
            <a:avLst/>
            <a:gdLst/>
            <a:ahLst/>
            <a:cxnLst/>
            <a:rect r="r" b="b" t="t" l="l"/>
            <a:pathLst>
              <a:path h="522293" w="577197">
                <a:moveTo>
                  <a:pt x="0" y="0"/>
                </a:moveTo>
                <a:lnTo>
                  <a:pt x="577196" y="0"/>
                </a:lnTo>
                <a:lnTo>
                  <a:pt x="577196" y="522292"/>
                </a:lnTo>
                <a:lnTo>
                  <a:pt x="0" y="52229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900465" y="3717821"/>
            <a:ext cx="566733" cy="770176"/>
          </a:xfrm>
          <a:custGeom>
            <a:avLst/>
            <a:gdLst/>
            <a:ahLst/>
            <a:cxnLst/>
            <a:rect r="r" b="b" t="t" l="l"/>
            <a:pathLst>
              <a:path h="770176" w="566733">
                <a:moveTo>
                  <a:pt x="0" y="0"/>
                </a:moveTo>
                <a:lnTo>
                  <a:pt x="566733" y="0"/>
                </a:lnTo>
                <a:lnTo>
                  <a:pt x="566733" y="770176"/>
                </a:lnTo>
                <a:lnTo>
                  <a:pt x="0" y="770176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 descr="vendaje adhesivo con relleno sólido"/>
          <p:cNvSpPr/>
          <p:nvPr/>
        </p:nvSpPr>
        <p:spPr>
          <a:xfrm flipH="false" flipV="false" rot="0">
            <a:off x="9664350" y="3091396"/>
            <a:ext cx="1114347" cy="1113616"/>
          </a:xfrm>
          <a:custGeom>
            <a:avLst/>
            <a:gdLst/>
            <a:ahLst/>
            <a:cxnLst/>
            <a:rect r="r" b="b" t="t" l="l"/>
            <a:pathLst>
              <a:path h="1113616" w="1114347">
                <a:moveTo>
                  <a:pt x="0" y="0"/>
                </a:moveTo>
                <a:lnTo>
                  <a:pt x="1114347" y="0"/>
                </a:lnTo>
                <a:lnTo>
                  <a:pt x="1114347" y="1113617"/>
                </a:lnTo>
                <a:lnTo>
                  <a:pt x="0" y="1113617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 descr="Árbol con raíces con relleno sólido"/>
          <p:cNvSpPr/>
          <p:nvPr/>
        </p:nvSpPr>
        <p:spPr>
          <a:xfrm flipH="false" flipV="false" rot="0">
            <a:off x="14199742" y="2881485"/>
            <a:ext cx="1090553" cy="1293375"/>
          </a:xfrm>
          <a:custGeom>
            <a:avLst/>
            <a:gdLst/>
            <a:ahLst/>
            <a:cxnLst/>
            <a:rect r="r" b="b" t="t" l="l"/>
            <a:pathLst>
              <a:path h="1293375" w="1090553">
                <a:moveTo>
                  <a:pt x="0" y="0"/>
                </a:moveTo>
                <a:lnTo>
                  <a:pt x="1090553" y="0"/>
                </a:lnTo>
                <a:lnTo>
                  <a:pt x="1090553" y="1293375"/>
                </a:lnTo>
                <a:lnTo>
                  <a:pt x="0" y="129337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237660" y="3194736"/>
            <a:ext cx="229400" cy="272418"/>
          </a:xfrm>
          <a:custGeom>
            <a:avLst/>
            <a:gdLst/>
            <a:ahLst/>
            <a:cxnLst/>
            <a:rect r="r" b="b" t="t" l="l"/>
            <a:pathLst>
              <a:path h="272418" w="229400">
                <a:moveTo>
                  <a:pt x="0" y="0"/>
                </a:moveTo>
                <a:lnTo>
                  <a:pt x="229399" y="0"/>
                </a:lnTo>
                <a:lnTo>
                  <a:pt x="229399" y="272418"/>
                </a:lnTo>
                <a:lnTo>
                  <a:pt x="0" y="272418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246205" y="3043994"/>
            <a:ext cx="830277" cy="1144556"/>
          </a:xfrm>
          <a:custGeom>
            <a:avLst/>
            <a:gdLst/>
            <a:ahLst/>
            <a:cxnLst/>
            <a:rect r="r" b="b" t="t" l="l"/>
            <a:pathLst>
              <a:path h="1144556" w="830277">
                <a:moveTo>
                  <a:pt x="0" y="0"/>
                </a:moveTo>
                <a:lnTo>
                  <a:pt x="830277" y="0"/>
                </a:lnTo>
                <a:lnTo>
                  <a:pt x="830277" y="1144555"/>
                </a:lnTo>
                <a:lnTo>
                  <a:pt x="0" y="1144555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 descr="Banjo con relleno sólido"/>
          <p:cNvSpPr/>
          <p:nvPr/>
        </p:nvSpPr>
        <p:spPr>
          <a:xfrm flipH="false" flipV="false" rot="0">
            <a:off x="12634314" y="2841396"/>
            <a:ext cx="1151912" cy="1152246"/>
          </a:xfrm>
          <a:custGeom>
            <a:avLst/>
            <a:gdLst/>
            <a:ahLst/>
            <a:cxnLst/>
            <a:rect r="r" b="b" t="t" l="l"/>
            <a:pathLst>
              <a:path h="1152246" w="1151912">
                <a:moveTo>
                  <a:pt x="0" y="0"/>
                </a:moveTo>
                <a:lnTo>
                  <a:pt x="1151912" y="0"/>
                </a:lnTo>
                <a:lnTo>
                  <a:pt x="1151912" y="1152246"/>
                </a:lnTo>
                <a:lnTo>
                  <a:pt x="0" y="115224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 descr="Aguja con relleno sólido"/>
          <p:cNvSpPr/>
          <p:nvPr/>
        </p:nvSpPr>
        <p:spPr>
          <a:xfrm flipH="false" flipV="false" rot="0">
            <a:off x="15722298" y="3006518"/>
            <a:ext cx="1143000" cy="1143000"/>
          </a:xfrm>
          <a:custGeom>
            <a:avLst/>
            <a:gdLst/>
            <a:ahLst/>
            <a:cxnLst/>
            <a:rect r="r" b="b" t="t" l="l"/>
            <a:pathLst>
              <a:path h="1143000" w="1143000">
                <a:moveTo>
                  <a:pt x="0" y="0"/>
                </a:moveTo>
                <a:lnTo>
                  <a:pt x="1143000" y="0"/>
                </a:lnTo>
                <a:lnTo>
                  <a:pt x="11430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576132" y="4675149"/>
            <a:ext cx="714375" cy="1085850"/>
            <a:chOff x="0" y="0"/>
            <a:chExt cx="952500" cy="1447800"/>
          </a:xfrm>
        </p:grpSpPr>
        <p:sp>
          <p:nvSpPr>
            <p:cNvPr name="Freeform 24" id="24" descr="Agua con relleno sólido"/>
            <p:cNvSpPr/>
            <p:nvPr/>
          </p:nvSpPr>
          <p:spPr>
            <a:xfrm flipH="false" flipV="false" rot="0">
              <a:off x="0" y="0"/>
              <a:ext cx="9525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952500">
                  <a:moveTo>
                    <a:pt x="476250" y="0"/>
                  </a:moveTo>
                  <a:cubicBezTo>
                    <a:pt x="476250" y="0"/>
                    <a:pt x="0" y="670560"/>
                    <a:pt x="0" y="971550"/>
                  </a:cubicBezTo>
                  <a:cubicBezTo>
                    <a:pt x="0" y="1234440"/>
                    <a:pt x="213360" y="1447800"/>
                    <a:pt x="476250" y="1447800"/>
                  </a:cubicBezTo>
                  <a:cubicBezTo>
                    <a:pt x="739140" y="1447800"/>
                    <a:pt x="952500" y="1234440"/>
                    <a:pt x="952500" y="971550"/>
                  </a:cubicBezTo>
                  <a:cubicBezTo>
                    <a:pt x="952500" y="668655"/>
                    <a:pt x="476250" y="0"/>
                    <a:pt x="4762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710280" y="5824641"/>
            <a:ext cx="114396" cy="185617"/>
            <a:chOff x="0" y="0"/>
            <a:chExt cx="152528" cy="2474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2527" cy="247396"/>
            </a:xfrm>
            <a:custGeom>
              <a:avLst/>
              <a:gdLst/>
              <a:ahLst/>
              <a:cxnLst/>
              <a:rect r="r" b="b" t="t" l="l"/>
              <a:pathLst>
                <a:path h="247396" w="152527">
                  <a:moveTo>
                    <a:pt x="0" y="0"/>
                  </a:moveTo>
                  <a:lnTo>
                    <a:pt x="16129" y="25400"/>
                  </a:lnTo>
                  <a:cubicBezTo>
                    <a:pt x="34417" y="54610"/>
                    <a:pt x="54229" y="86614"/>
                    <a:pt x="74676" y="120142"/>
                  </a:cubicBezTo>
                  <a:cubicBezTo>
                    <a:pt x="94869" y="153670"/>
                    <a:pt x="117856" y="191389"/>
                    <a:pt x="142113" y="230632"/>
                  </a:cubicBezTo>
                  <a:lnTo>
                    <a:pt x="152527" y="247396"/>
                  </a:lnTo>
                  <a:lnTo>
                    <a:pt x="114681" y="188087"/>
                  </a:lnTo>
                  <a:cubicBezTo>
                    <a:pt x="69342" y="116586"/>
                    <a:pt x="29464" y="51816"/>
                    <a:pt x="5969" y="1092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7133781" y="3642582"/>
            <a:ext cx="1294919" cy="2157084"/>
          </a:xfrm>
          <a:custGeom>
            <a:avLst/>
            <a:gdLst/>
            <a:ahLst/>
            <a:cxnLst/>
            <a:rect r="r" b="b" t="t" l="l"/>
            <a:pathLst>
              <a:path h="2157084" w="1294919">
                <a:moveTo>
                  <a:pt x="0" y="0"/>
                </a:moveTo>
                <a:lnTo>
                  <a:pt x="1294919" y="0"/>
                </a:lnTo>
                <a:lnTo>
                  <a:pt x="1294919" y="2157084"/>
                </a:lnTo>
                <a:lnTo>
                  <a:pt x="0" y="2157084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193280" y="3664244"/>
            <a:ext cx="253443" cy="298653"/>
          </a:xfrm>
          <a:custGeom>
            <a:avLst/>
            <a:gdLst/>
            <a:ahLst/>
            <a:cxnLst/>
            <a:rect r="r" b="b" t="t" l="l"/>
            <a:pathLst>
              <a:path h="298653" w="253443">
                <a:moveTo>
                  <a:pt x="0" y="0"/>
                </a:moveTo>
                <a:lnTo>
                  <a:pt x="253443" y="0"/>
                </a:lnTo>
                <a:lnTo>
                  <a:pt x="253443" y="298652"/>
                </a:lnTo>
                <a:lnTo>
                  <a:pt x="0" y="298652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928036" y="3711544"/>
            <a:ext cx="247249" cy="287559"/>
          </a:xfrm>
          <a:custGeom>
            <a:avLst/>
            <a:gdLst/>
            <a:ahLst/>
            <a:cxnLst/>
            <a:rect r="r" b="b" t="t" l="l"/>
            <a:pathLst>
              <a:path h="287559" w="247249">
                <a:moveTo>
                  <a:pt x="0" y="0"/>
                </a:moveTo>
                <a:lnTo>
                  <a:pt x="247249" y="0"/>
                </a:lnTo>
                <a:lnTo>
                  <a:pt x="247249" y="287559"/>
                </a:lnTo>
                <a:lnTo>
                  <a:pt x="0" y="287559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013748" y="4851038"/>
            <a:ext cx="402192" cy="214282"/>
          </a:xfrm>
          <a:custGeom>
            <a:avLst/>
            <a:gdLst/>
            <a:ahLst/>
            <a:cxnLst/>
            <a:rect r="r" b="b" t="t" l="l"/>
            <a:pathLst>
              <a:path h="214282" w="402192">
                <a:moveTo>
                  <a:pt x="0" y="0"/>
                </a:moveTo>
                <a:lnTo>
                  <a:pt x="402192" y="0"/>
                </a:lnTo>
                <a:lnTo>
                  <a:pt x="402192" y="214282"/>
                </a:lnTo>
                <a:lnTo>
                  <a:pt x="0" y="214282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111848" y="4626369"/>
            <a:ext cx="1973594" cy="5182880"/>
          </a:xfrm>
          <a:custGeom>
            <a:avLst/>
            <a:gdLst/>
            <a:ahLst/>
            <a:cxnLst/>
            <a:rect r="r" b="b" t="t" l="l"/>
            <a:pathLst>
              <a:path h="5182880" w="1973594">
                <a:moveTo>
                  <a:pt x="0" y="0"/>
                </a:moveTo>
                <a:lnTo>
                  <a:pt x="1973594" y="0"/>
                </a:lnTo>
                <a:lnTo>
                  <a:pt x="1973594" y="5182879"/>
                </a:lnTo>
                <a:lnTo>
                  <a:pt x="0" y="5182879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764052" y="5031623"/>
            <a:ext cx="2276709" cy="4250566"/>
          </a:xfrm>
          <a:custGeom>
            <a:avLst/>
            <a:gdLst/>
            <a:ahLst/>
            <a:cxnLst/>
            <a:rect r="r" b="b" t="t" l="l"/>
            <a:pathLst>
              <a:path h="4250566" w="2276709">
                <a:moveTo>
                  <a:pt x="0" y="0"/>
                </a:moveTo>
                <a:lnTo>
                  <a:pt x="2276709" y="0"/>
                </a:lnTo>
                <a:lnTo>
                  <a:pt x="2276709" y="4250566"/>
                </a:lnTo>
                <a:lnTo>
                  <a:pt x="0" y="4250566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196375" y="8525065"/>
            <a:ext cx="1503087" cy="1137646"/>
          </a:xfrm>
          <a:custGeom>
            <a:avLst/>
            <a:gdLst/>
            <a:ahLst/>
            <a:cxnLst/>
            <a:rect r="r" b="b" t="t" l="l"/>
            <a:pathLst>
              <a:path h="1137646" w="1503087">
                <a:moveTo>
                  <a:pt x="0" y="0"/>
                </a:moveTo>
                <a:lnTo>
                  <a:pt x="1503087" y="0"/>
                </a:lnTo>
                <a:lnTo>
                  <a:pt x="1503087" y="1137646"/>
                </a:lnTo>
                <a:lnTo>
                  <a:pt x="0" y="1137646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4149198" y="8378527"/>
            <a:ext cx="416973" cy="819572"/>
          </a:xfrm>
          <a:custGeom>
            <a:avLst/>
            <a:gdLst/>
            <a:ahLst/>
            <a:cxnLst/>
            <a:rect r="r" b="b" t="t" l="l"/>
            <a:pathLst>
              <a:path h="819572" w="416973">
                <a:moveTo>
                  <a:pt x="0" y="0"/>
                </a:moveTo>
                <a:lnTo>
                  <a:pt x="416973" y="0"/>
                </a:lnTo>
                <a:lnTo>
                  <a:pt x="416973" y="819572"/>
                </a:lnTo>
                <a:lnTo>
                  <a:pt x="0" y="819572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365147" y="4626369"/>
            <a:ext cx="797793" cy="3348940"/>
          </a:xfrm>
          <a:custGeom>
            <a:avLst/>
            <a:gdLst/>
            <a:ahLst/>
            <a:cxnLst/>
            <a:rect r="r" b="b" t="t" l="l"/>
            <a:pathLst>
              <a:path h="3348940" w="797793">
                <a:moveTo>
                  <a:pt x="0" y="0"/>
                </a:moveTo>
                <a:lnTo>
                  <a:pt x="797793" y="0"/>
                </a:lnTo>
                <a:lnTo>
                  <a:pt x="797793" y="3348940"/>
                </a:lnTo>
                <a:lnTo>
                  <a:pt x="0" y="3348940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864849" y="9152834"/>
            <a:ext cx="200527" cy="656415"/>
          </a:xfrm>
          <a:custGeom>
            <a:avLst/>
            <a:gdLst/>
            <a:ahLst/>
            <a:cxnLst/>
            <a:rect r="r" b="b" t="t" l="l"/>
            <a:pathLst>
              <a:path h="656415" w="200527">
                <a:moveTo>
                  <a:pt x="0" y="0"/>
                </a:moveTo>
                <a:lnTo>
                  <a:pt x="200528" y="0"/>
                </a:lnTo>
                <a:lnTo>
                  <a:pt x="200528" y="656414"/>
                </a:lnTo>
                <a:lnTo>
                  <a:pt x="0" y="656414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800416" y="9117646"/>
            <a:ext cx="329839" cy="136815"/>
          </a:xfrm>
          <a:custGeom>
            <a:avLst/>
            <a:gdLst/>
            <a:ahLst/>
            <a:cxnLst/>
            <a:rect r="r" b="b" t="t" l="l"/>
            <a:pathLst>
              <a:path h="136815" w="329839">
                <a:moveTo>
                  <a:pt x="0" y="0"/>
                </a:moveTo>
                <a:lnTo>
                  <a:pt x="329839" y="0"/>
                </a:lnTo>
                <a:lnTo>
                  <a:pt x="329839" y="136816"/>
                </a:lnTo>
                <a:lnTo>
                  <a:pt x="0" y="136816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4196622" y="6717966"/>
            <a:ext cx="658967" cy="819635"/>
          </a:xfrm>
          <a:custGeom>
            <a:avLst/>
            <a:gdLst/>
            <a:ahLst/>
            <a:cxnLst/>
            <a:rect r="r" b="b" t="t" l="l"/>
            <a:pathLst>
              <a:path h="819635" w="658967">
                <a:moveTo>
                  <a:pt x="0" y="0"/>
                </a:moveTo>
                <a:lnTo>
                  <a:pt x="658966" y="0"/>
                </a:lnTo>
                <a:lnTo>
                  <a:pt x="658966" y="819635"/>
                </a:lnTo>
                <a:lnTo>
                  <a:pt x="0" y="819635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372555" y="5856167"/>
            <a:ext cx="726381" cy="975680"/>
          </a:xfrm>
          <a:custGeom>
            <a:avLst/>
            <a:gdLst/>
            <a:ahLst/>
            <a:cxnLst/>
            <a:rect r="r" b="b" t="t" l="l"/>
            <a:pathLst>
              <a:path h="975680" w="726381">
                <a:moveTo>
                  <a:pt x="0" y="0"/>
                </a:moveTo>
                <a:lnTo>
                  <a:pt x="726382" y="0"/>
                </a:lnTo>
                <a:lnTo>
                  <a:pt x="726382" y="975680"/>
                </a:lnTo>
                <a:lnTo>
                  <a:pt x="0" y="975680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374152" y="8387224"/>
            <a:ext cx="416973" cy="819572"/>
          </a:xfrm>
          <a:custGeom>
            <a:avLst/>
            <a:gdLst/>
            <a:ahLst/>
            <a:cxnLst/>
            <a:rect r="r" b="b" t="t" l="l"/>
            <a:pathLst>
              <a:path h="819572" w="416973">
                <a:moveTo>
                  <a:pt x="0" y="0"/>
                </a:moveTo>
                <a:lnTo>
                  <a:pt x="416973" y="0"/>
                </a:lnTo>
                <a:lnTo>
                  <a:pt x="416973" y="819572"/>
                </a:lnTo>
                <a:lnTo>
                  <a:pt x="0" y="819572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1" id="41"/>
          <p:cNvSpPr/>
          <p:nvPr/>
        </p:nvSpPr>
        <p:spPr>
          <a:xfrm rot="5363048">
            <a:off x="11718761" y="7068142"/>
            <a:ext cx="3987776" cy="0"/>
          </a:xfrm>
          <a:prstGeom prst="line">
            <a:avLst/>
          </a:prstGeom>
          <a:ln cap="rnd" w="19050">
            <a:solidFill>
              <a:srgbClr val="CDC8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rot="5363048">
            <a:off x="11847809" y="7075694"/>
            <a:ext cx="3987776" cy="0"/>
          </a:xfrm>
          <a:prstGeom prst="line">
            <a:avLst/>
          </a:prstGeom>
          <a:ln cap="rnd" w="19050">
            <a:solidFill>
              <a:srgbClr val="CDC8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rot="5363048">
            <a:off x="11986299" y="7075694"/>
            <a:ext cx="3987776" cy="0"/>
          </a:xfrm>
          <a:prstGeom prst="line">
            <a:avLst/>
          </a:prstGeom>
          <a:ln cap="rnd" w="19050">
            <a:solidFill>
              <a:srgbClr val="CDC8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rot="5363048">
            <a:off x="12124742" y="7075694"/>
            <a:ext cx="3987776" cy="0"/>
          </a:xfrm>
          <a:prstGeom prst="line">
            <a:avLst/>
          </a:prstGeom>
          <a:ln cap="rnd" w="19050">
            <a:solidFill>
              <a:srgbClr val="CDC8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rot="5363048">
            <a:off x="12268904" y="7075694"/>
            <a:ext cx="3987776" cy="0"/>
          </a:xfrm>
          <a:prstGeom prst="line">
            <a:avLst/>
          </a:prstGeom>
          <a:ln cap="rnd" w="19050">
            <a:solidFill>
              <a:srgbClr val="CDC8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6" id="46"/>
          <p:cNvSpPr/>
          <p:nvPr/>
        </p:nvSpPr>
        <p:spPr>
          <a:xfrm flipH="false" flipV="false" rot="0">
            <a:off x="13551762" y="4872547"/>
            <a:ext cx="478724" cy="328571"/>
          </a:xfrm>
          <a:custGeom>
            <a:avLst/>
            <a:gdLst/>
            <a:ahLst/>
            <a:cxnLst/>
            <a:rect r="r" b="b" t="t" l="l"/>
            <a:pathLst>
              <a:path h="328571" w="478724">
                <a:moveTo>
                  <a:pt x="0" y="0"/>
                </a:moveTo>
                <a:lnTo>
                  <a:pt x="478724" y="0"/>
                </a:lnTo>
                <a:lnTo>
                  <a:pt x="478724" y="328571"/>
                </a:lnTo>
                <a:lnTo>
                  <a:pt x="0" y="328571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3891450" y="4866331"/>
            <a:ext cx="478724" cy="328571"/>
          </a:xfrm>
          <a:custGeom>
            <a:avLst/>
            <a:gdLst/>
            <a:ahLst/>
            <a:cxnLst/>
            <a:rect r="r" b="b" t="t" l="l"/>
            <a:pathLst>
              <a:path h="328571" w="478724">
                <a:moveTo>
                  <a:pt x="0" y="0"/>
                </a:moveTo>
                <a:lnTo>
                  <a:pt x="478724" y="0"/>
                </a:lnTo>
                <a:lnTo>
                  <a:pt x="478724" y="328571"/>
                </a:lnTo>
                <a:lnTo>
                  <a:pt x="0" y="328571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3651522" y="8537860"/>
            <a:ext cx="618109" cy="931614"/>
          </a:xfrm>
          <a:custGeom>
            <a:avLst/>
            <a:gdLst/>
            <a:ahLst/>
            <a:cxnLst/>
            <a:rect r="r" b="b" t="t" l="l"/>
            <a:pathLst>
              <a:path h="931614" w="618109">
                <a:moveTo>
                  <a:pt x="0" y="0"/>
                </a:moveTo>
                <a:lnTo>
                  <a:pt x="618110" y="0"/>
                </a:lnTo>
                <a:lnTo>
                  <a:pt x="618110" y="931614"/>
                </a:lnTo>
                <a:lnTo>
                  <a:pt x="0" y="931614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9" id="49"/>
          <p:cNvSpPr/>
          <p:nvPr/>
        </p:nvSpPr>
        <p:spPr>
          <a:xfrm rot="5362225">
            <a:off x="15194192" y="6668093"/>
            <a:ext cx="3900832" cy="0"/>
          </a:xfrm>
          <a:prstGeom prst="line">
            <a:avLst/>
          </a:prstGeom>
          <a:ln cap="rnd" w="19050">
            <a:solidFill>
              <a:srgbClr val="AE24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rot="5362225">
            <a:off x="15323240" y="6675479"/>
            <a:ext cx="3900832" cy="0"/>
          </a:xfrm>
          <a:prstGeom prst="line">
            <a:avLst/>
          </a:prstGeom>
          <a:ln cap="rnd" w="19050">
            <a:solidFill>
              <a:srgbClr val="AE24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rot="5362225">
            <a:off x="15461731" y="6675479"/>
            <a:ext cx="3900832" cy="0"/>
          </a:xfrm>
          <a:prstGeom prst="line">
            <a:avLst/>
          </a:prstGeom>
          <a:ln cap="rnd" w="19050">
            <a:solidFill>
              <a:srgbClr val="AE24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rot="5362225">
            <a:off x="15600173" y="6675479"/>
            <a:ext cx="3900832" cy="0"/>
          </a:xfrm>
          <a:prstGeom prst="line">
            <a:avLst/>
          </a:prstGeom>
          <a:ln cap="rnd" w="19050">
            <a:solidFill>
              <a:srgbClr val="AE24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rot="5362225">
            <a:off x="15744335" y="6675479"/>
            <a:ext cx="3900832" cy="0"/>
          </a:xfrm>
          <a:prstGeom prst="line">
            <a:avLst/>
          </a:prstGeom>
          <a:ln cap="rnd" w="19050">
            <a:solidFill>
              <a:srgbClr val="AE24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4" id="54"/>
          <p:cNvSpPr/>
          <p:nvPr/>
        </p:nvSpPr>
        <p:spPr>
          <a:xfrm flipH="false" flipV="false" rot="0">
            <a:off x="5548718" y="6108006"/>
            <a:ext cx="2888191" cy="3196071"/>
          </a:xfrm>
          <a:custGeom>
            <a:avLst/>
            <a:gdLst/>
            <a:ahLst/>
            <a:cxnLst/>
            <a:rect r="r" b="b" t="t" l="l"/>
            <a:pathLst>
              <a:path h="3196071" w="2888191">
                <a:moveTo>
                  <a:pt x="0" y="0"/>
                </a:moveTo>
                <a:lnTo>
                  <a:pt x="2888191" y="0"/>
                </a:lnTo>
                <a:lnTo>
                  <a:pt x="2888191" y="3196071"/>
                </a:lnTo>
                <a:lnTo>
                  <a:pt x="0" y="3196071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5372786" y="7115941"/>
            <a:ext cx="2507010" cy="1861931"/>
            <a:chOff x="0" y="0"/>
            <a:chExt cx="3342680" cy="248257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342640" cy="2482596"/>
            </a:xfrm>
            <a:custGeom>
              <a:avLst/>
              <a:gdLst/>
              <a:ahLst/>
              <a:cxnLst/>
              <a:rect r="r" b="b" t="t" l="l"/>
              <a:pathLst>
                <a:path h="2482596" w="3342640">
                  <a:moveTo>
                    <a:pt x="0" y="1241298"/>
                  </a:moveTo>
                  <a:cubicBezTo>
                    <a:pt x="0" y="555752"/>
                    <a:pt x="555752" y="0"/>
                    <a:pt x="1241298" y="0"/>
                  </a:cubicBezTo>
                  <a:lnTo>
                    <a:pt x="2101342" y="0"/>
                  </a:lnTo>
                  <a:cubicBezTo>
                    <a:pt x="2786888" y="0"/>
                    <a:pt x="3342640" y="555752"/>
                    <a:pt x="3342640" y="1241298"/>
                  </a:cubicBezTo>
                  <a:cubicBezTo>
                    <a:pt x="3342640" y="1926844"/>
                    <a:pt x="2786888" y="2482596"/>
                    <a:pt x="2101342" y="2482596"/>
                  </a:cubicBezTo>
                  <a:lnTo>
                    <a:pt x="1241298" y="2482596"/>
                  </a:lnTo>
                  <a:cubicBezTo>
                    <a:pt x="555752" y="2482596"/>
                    <a:pt x="0" y="1926844"/>
                    <a:pt x="0" y="1241298"/>
                  </a:cubicBezTo>
                  <a:close/>
                </a:path>
              </a:pathLst>
            </a:custGeom>
            <a:solidFill>
              <a:srgbClr val="B4AF9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5627444" y="7035306"/>
            <a:ext cx="2061764" cy="2078178"/>
            <a:chOff x="0" y="0"/>
            <a:chExt cx="2749018" cy="277090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749042" cy="2770886"/>
            </a:xfrm>
            <a:custGeom>
              <a:avLst/>
              <a:gdLst/>
              <a:ahLst/>
              <a:cxnLst/>
              <a:rect r="r" b="b" t="t" l="l"/>
              <a:pathLst>
                <a:path h="2770886" w="2749042">
                  <a:moveTo>
                    <a:pt x="0" y="458216"/>
                  </a:moveTo>
                  <a:cubicBezTo>
                    <a:pt x="0" y="205105"/>
                    <a:pt x="205105" y="0"/>
                    <a:pt x="458216" y="0"/>
                  </a:cubicBezTo>
                  <a:lnTo>
                    <a:pt x="2290826" y="0"/>
                  </a:lnTo>
                  <a:cubicBezTo>
                    <a:pt x="2543810" y="0"/>
                    <a:pt x="2749042" y="205105"/>
                    <a:pt x="2749042" y="458216"/>
                  </a:cubicBezTo>
                  <a:lnTo>
                    <a:pt x="2749042" y="2312670"/>
                  </a:lnTo>
                  <a:cubicBezTo>
                    <a:pt x="2749042" y="2565654"/>
                    <a:pt x="2543937" y="2770886"/>
                    <a:pt x="2290826" y="2770886"/>
                  </a:cubicBezTo>
                  <a:lnTo>
                    <a:pt x="458216" y="2770886"/>
                  </a:lnTo>
                  <a:cubicBezTo>
                    <a:pt x="205105" y="2770886"/>
                    <a:pt x="0" y="2565781"/>
                    <a:pt x="0" y="2312670"/>
                  </a:cubicBezTo>
                  <a:close/>
                </a:path>
              </a:pathLst>
            </a:custGeom>
            <a:solidFill>
              <a:srgbClr val="90896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5786003" y="7092347"/>
            <a:ext cx="1744642" cy="1861931"/>
            <a:chOff x="0" y="0"/>
            <a:chExt cx="2326190" cy="248257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326132" cy="2482596"/>
            </a:xfrm>
            <a:custGeom>
              <a:avLst/>
              <a:gdLst/>
              <a:ahLst/>
              <a:cxnLst/>
              <a:rect r="r" b="b" t="t" l="l"/>
              <a:pathLst>
                <a:path h="2482596" w="2326132">
                  <a:moveTo>
                    <a:pt x="0" y="1241298"/>
                  </a:moveTo>
                  <a:cubicBezTo>
                    <a:pt x="0" y="555752"/>
                    <a:pt x="520700" y="0"/>
                    <a:pt x="1163066" y="0"/>
                  </a:cubicBezTo>
                  <a:cubicBezTo>
                    <a:pt x="1805432" y="0"/>
                    <a:pt x="2326132" y="555752"/>
                    <a:pt x="2326132" y="1241298"/>
                  </a:cubicBezTo>
                  <a:cubicBezTo>
                    <a:pt x="2326132" y="1926844"/>
                    <a:pt x="1805432" y="2482596"/>
                    <a:pt x="1163066" y="2482596"/>
                  </a:cubicBezTo>
                  <a:cubicBezTo>
                    <a:pt x="520700" y="2482596"/>
                    <a:pt x="0" y="1926844"/>
                    <a:pt x="0" y="1241298"/>
                  </a:cubicBezTo>
                  <a:close/>
                </a:path>
              </a:pathLst>
            </a:custGeom>
            <a:solidFill>
              <a:srgbClr val="4F4C43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5980257" y="7299660"/>
            <a:ext cx="1356135" cy="1447303"/>
            <a:chOff x="0" y="0"/>
            <a:chExt cx="1808180" cy="192973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08226" cy="1929638"/>
            </a:xfrm>
            <a:custGeom>
              <a:avLst/>
              <a:gdLst/>
              <a:ahLst/>
              <a:cxnLst/>
              <a:rect r="r" b="b" t="t" l="l"/>
              <a:pathLst>
                <a:path h="1929638" w="1808226">
                  <a:moveTo>
                    <a:pt x="0" y="964819"/>
                  </a:moveTo>
                  <a:cubicBezTo>
                    <a:pt x="0" y="431927"/>
                    <a:pt x="404749" y="0"/>
                    <a:pt x="904113" y="0"/>
                  </a:cubicBezTo>
                  <a:cubicBezTo>
                    <a:pt x="1403477" y="0"/>
                    <a:pt x="1808226" y="431927"/>
                    <a:pt x="1808226" y="964819"/>
                  </a:cubicBezTo>
                  <a:cubicBezTo>
                    <a:pt x="1808226" y="1497711"/>
                    <a:pt x="1403477" y="1929638"/>
                    <a:pt x="904113" y="1929638"/>
                  </a:cubicBezTo>
                  <a:cubicBezTo>
                    <a:pt x="404749" y="1929638"/>
                    <a:pt x="0" y="1497711"/>
                    <a:pt x="0" y="964819"/>
                  </a:cubicBezTo>
                  <a:close/>
                </a:path>
              </a:pathLst>
            </a:custGeom>
            <a:solidFill>
              <a:srgbClr val="1B190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4962284" y="9289416"/>
            <a:ext cx="3899787" cy="654734"/>
            <a:chOff x="0" y="0"/>
            <a:chExt cx="5199716" cy="87297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199761" cy="872998"/>
            </a:xfrm>
            <a:custGeom>
              <a:avLst/>
              <a:gdLst/>
              <a:ahLst/>
              <a:cxnLst/>
              <a:rect r="r" b="b" t="t" l="l"/>
              <a:pathLst>
                <a:path h="872998" w="5199761">
                  <a:moveTo>
                    <a:pt x="0" y="0"/>
                  </a:moveTo>
                  <a:lnTo>
                    <a:pt x="2591054" y="19431"/>
                  </a:lnTo>
                  <a:lnTo>
                    <a:pt x="2599944" y="379984"/>
                  </a:lnTo>
                  <a:lnTo>
                    <a:pt x="2608834" y="19431"/>
                  </a:lnTo>
                  <a:lnTo>
                    <a:pt x="5199761" y="0"/>
                  </a:lnTo>
                  <a:cubicBezTo>
                    <a:pt x="5154422" y="491490"/>
                    <a:pt x="5052441" y="727456"/>
                    <a:pt x="4824349" y="872998"/>
                  </a:cubicBezTo>
                  <a:lnTo>
                    <a:pt x="2611882" y="872998"/>
                  </a:lnTo>
                  <a:lnTo>
                    <a:pt x="2587752" y="872998"/>
                  </a:lnTo>
                  <a:lnTo>
                    <a:pt x="375412" y="872998"/>
                  </a:lnTo>
                  <a:cubicBezTo>
                    <a:pt x="147320" y="727456"/>
                    <a:pt x="45339" y="491490"/>
                    <a:pt x="0" y="0"/>
                  </a:cubicBezTo>
                  <a:close/>
                </a:path>
              </a:pathLst>
            </a:custGeom>
            <a:solidFill>
              <a:srgbClr val="A39D81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4962286" y="9001925"/>
            <a:ext cx="3899789" cy="302152"/>
            <a:chOff x="0" y="0"/>
            <a:chExt cx="5199718" cy="40287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199761" cy="402844"/>
            </a:xfrm>
            <a:custGeom>
              <a:avLst/>
              <a:gdLst/>
              <a:ahLst/>
              <a:cxnLst/>
              <a:rect r="r" b="b" t="t" l="l"/>
              <a:pathLst>
                <a:path h="402844" w="5199761">
                  <a:moveTo>
                    <a:pt x="0" y="384556"/>
                  </a:moveTo>
                  <a:lnTo>
                    <a:pt x="679958" y="0"/>
                  </a:lnTo>
                  <a:lnTo>
                    <a:pt x="4559808" y="0"/>
                  </a:lnTo>
                  <a:lnTo>
                    <a:pt x="5199761" y="402844"/>
                  </a:lnTo>
                  <a:lnTo>
                    <a:pt x="0" y="384556"/>
                  </a:lnTo>
                  <a:close/>
                </a:path>
              </a:pathLst>
            </a:custGeom>
            <a:solidFill>
              <a:srgbClr val="B4AF9A"/>
            </a:solidFill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5986428" y="7634374"/>
            <a:ext cx="1378539" cy="659485"/>
          </a:xfrm>
          <a:custGeom>
            <a:avLst/>
            <a:gdLst/>
            <a:ahLst/>
            <a:cxnLst/>
            <a:rect r="r" b="b" t="t" l="l"/>
            <a:pathLst>
              <a:path h="659485" w="1378539">
                <a:moveTo>
                  <a:pt x="0" y="0"/>
                </a:moveTo>
                <a:lnTo>
                  <a:pt x="1378539" y="0"/>
                </a:lnTo>
                <a:lnTo>
                  <a:pt x="1378539" y="659486"/>
                </a:lnTo>
                <a:lnTo>
                  <a:pt x="0" y="659486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8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9198" y="643564"/>
            <a:ext cx="2289431" cy="4445168"/>
          </a:xfrm>
          <a:custGeom>
            <a:avLst/>
            <a:gdLst/>
            <a:ahLst/>
            <a:cxnLst/>
            <a:rect r="r" b="b" t="t" l="l"/>
            <a:pathLst>
              <a:path h="4445168" w="2289431">
                <a:moveTo>
                  <a:pt x="0" y="0"/>
                </a:moveTo>
                <a:lnTo>
                  <a:pt x="2289431" y="0"/>
                </a:lnTo>
                <a:lnTo>
                  <a:pt x="2289431" y="4445168"/>
                </a:lnTo>
                <a:lnTo>
                  <a:pt x="0" y="4445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95962" y="1450665"/>
            <a:ext cx="2931987" cy="3469678"/>
          </a:xfrm>
          <a:custGeom>
            <a:avLst/>
            <a:gdLst/>
            <a:ahLst/>
            <a:cxnLst/>
            <a:rect r="r" b="b" t="t" l="l"/>
            <a:pathLst>
              <a:path h="3469678" w="2931987">
                <a:moveTo>
                  <a:pt x="0" y="0"/>
                </a:moveTo>
                <a:lnTo>
                  <a:pt x="2931988" y="0"/>
                </a:lnTo>
                <a:lnTo>
                  <a:pt x="2931988" y="3469679"/>
                </a:lnTo>
                <a:lnTo>
                  <a:pt x="0" y="34696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05834" y="435427"/>
            <a:ext cx="1081461" cy="4098838"/>
          </a:xfrm>
          <a:custGeom>
            <a:avLst/>
            <a:gdLst/>
            <a:ahLst/>
            <a:cxnLst/>
            <a:rect r="r" b="b" t="t" l="l"/>
            <a:pathLst>
              <a:path h="4098838" w="1081461">
                <a:moveTo>
                  <a:pt x="0" y="0"/>
                </a:moveTo>
                <a:lnTo>
                  <a:pt x="1081461" y="0"/>
                </a:lnTo>
                <a:lnTo>
                  <a:pt x="1081461" y="4098839"/>
                </a:lnTo>
                <a:lnTo>
                  <a:pt x="0" y="4098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3968" y="4310744"/>
            <a:ext cx="2482218" cy="4677428"/>
          </a:xfrm>
          <a:custGeom>
            <a:avLst/>
            <a:gdLst/>
            <a:ahLst/>
            <a:cxnLst/>
            <a:rect r="r" b="b" t="t" l="l"/>
            <a:pathLst>
              <a:path h="4677428" w="2482218">
                <a:moveTo>
                  <a:pt x="0" y="0"/>
                </a:moveTo>
                <a:lnTo>
                  <a:pt x="2482218" y="0"/>
                </a:lnTo>
                <a:lnTo>
                  <a:pt x="2482218" y="4677427"/>
                </a:lnTo>
                <a:lnTo>
                  <a:pt x="0" y="46774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87295" y="5054018"/>
            <a:ext cx="5588511" cy="3190878"/>
          </a:xfrm>
          <a:custGeom>
            <a:avLst/>
            <a:gdLst/>
            <a:ahLst/>
            <a:cxnLst/>
            <a:rect r="r" b="b" t="t" l="l"/>
            <a:pathLst>
              <a:path h="3190878" w="5588511">
                <a:moveTo>
                  <a:pt x="0" y="0"/>
                </a:moveTo>
                <a:lnTo>
                  <a:pt x="5588511" y="0"/>
                </a:lnTo>
                <a:lnTo>
                  <a:pt x="5588511" y="3190877"/>
                </a:lnTo>
                <a:lnTo>
                  <a:pt x="0" y="31908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73052" y="500062"/>
            <a:ext cx="4501197" cy="3596392"/>
          </a:xfrm>
          <a:custGeom>
            <a:avLst/>
            <a:gdLst/>
            <a:ahLst/>
            <a:cxnLst/>
            <a:rect r="r" b="b" t="t" l="l"/>
            <a:pathLst>
              <a:path h="3596392" w="4501197">
                <a:moveTo>
                  <a:pt x="0" y="0"/>
                </a:moveTo>
                <a:lnTo>
                  <a:pt x="4501196" y="0"/>
                </a:lnTo>
                <a:lnTo>
                  <a:pt x="4501196" y="3596393"/>
                </a:lnTo>
                <a:lnTo>
                  <a:pt x="0" y="35963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955023" y="5633360"/>
            <a:ext cx="2112274" cy="3560990"/>
          </a:xfrm>
          <a:custGeom>
            <a:avLst/>
            <a:gdLst/>
            <a:ahLst/>
            <a:cxnLst/>
            <a:rect r="r" b="b" t="t" l="l"/>
            <a:pathLst>
              <a:path h="3560990" w="2112274">
                <a:moveTo>
                  <a:pt x="0" y="0"/>
                </a:moveTo>
                <a:lnTo>
                  <a:pt x="2112274" y="0"/>
                </a:lnTo>
                <a:lnTo>
                  <a:pt x="2112274" y="3560989"/>
                </a:lnTo>
                <a:lnTo>
                  <a:pt x="0" y="3560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8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5523" y="1271258"/>
            <a:ext cx="1284621" cy="901256"/>
          </a:xfrm>
          <a:custGeom>
            <a:avLst/>
            <a:gdLst/>
            <a:ahLst/>
            <a:cxnLst/>
            <a:rect r="r" b="b" t="t" l="l"/>
            <a:pathLst>
              <a:path h="901256" w="1284621">
                <a:moveTo>
                  <a:pt x="0" y="0"/>
                </a:moveTo>
                <a:lnTo>
                  <a:pt x="1284621" y="0"/>
                </a:lnTo>
                <a:lnTo>
                  <a:pt x="1284621" y="901255"/>
                </a:lnTo>
                <a:lnTo>
                  <a:pt x="0" y="9012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3548" y="2443852"/>
            <a:ext cx="919944" cy="919944"/>
          </a:xfrm>
          <a:custGeom>
            <a:avLst/>
            <a:gdLst/>
            <a:ahLst/>
            <a:cxnLst/>
            <a:rect r="r" b="b" t="t" l="l"/>
            <a:pathLst>
              <a:path h="919944" w="919944">
                <a:moveTo>
                  <a:pt x="0" y="0"/>
                </a:moveTo>
                <a:lnTo>
                  <a:pt x="919944" y="0"/>
                </a:lnTo>
                <a:lnTo>
                  <a:pt x="919944" y="919944"/>
                </a:lnTo>
                <a:lnTo>
                  <a:pt x="0" y="919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65000" y="1555651"/>
            <a:ext cx="1196439" cy="1233723"/>
          </a:xfrm>
          <a:custGeom>
            <a:avLst/>
            <a:gdLst/>
            <a:ahLst/>
            <a:cxnLst/>
            <a:rect r="r" b="b" t="t" l="l"/>
            <a:pathLst>
              <a:path h="1233723" w="1196439">
                <a:moveTo>
                  <a:pt x="0" y="0"/>
                </a:moveTo>
                <a:lnTo>
                  <a:pt x="1196439" y="0"/>
                </a:lnTo>
                <a:lnTo>
                  <a:pt x="1196439" y="1233723"/>
                </a:lnTo>
                <a:lnTo>
                  <a:pt x="0" y="12337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57720" y="1242682"/>
            <a:ext cx="2350872" cy="1453455"/>
          </a:xfrm>
          <a:custGeom>
            <a:avLst/>
            <a:gdLst/>
            <a:ahLst/>
            <a:cxnLst/>
            <a:rect r="r" b="b" t="t" l="l"/>
            <a:pathLst>
              <a:path h="1453455" w="2350872">
                <a:moveTo>
                  <a:pt x="0" y="0"/>
                </a:moveTo>
                <a:lnTo>
                  <a:pt x="2350872" y="0"/>
                </a:lnTo>
                <a:lnTo>
                  <a:pt x="2350872" y="1453456"/>
                </a:lnTo>
                <a:lnTo>
                  <a:pt x="0" y="14534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54872" y="4246494"/>
            <a:ext cx="1384520" cy="1429758"/>
          </a:xfrm>
          <a:custGeom>
            <a:avLst/>
            <a:gdLst/>
            <a:ahLst/>
            <a:cxnLst/>
            <a:rect r="r" b="b" t="t" l="l"/>
            <a:pathLst>
              <a:path h="1429758" w="1384520">
                <a:moveTo>
                  <a:pt x="0" y="0"/>
                </a:moveTo>
                <a:lnTo>
                  <a:pt x="1384519" y="0"/>
                </a:lnTo>
                <a:lnTo>
                  <a:pt x="1384519" y="1429758"/>
                </a:lnTo>
                <a:lnTo>
                  <a:pt x="0" y="14297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0475" y="5590041"/>
            <a:ext cx="1141073" cy="1133883"/>
          </a:xfrm>
          <a:custGeom>
            <a:avLst/>
            <a:gdLst/>
            <a:ahLst/>
            <a:cxnLst/>
            <a:rect r="r" b="b" t="t" l="l"/>
            <a:pathLst>
              <a:path h="1133883" w="1141073">
                <a:moveTo>
                  <a:pt x="0" y="0"/>
                </a:moveTo>
                <a:lnTo>
                  <a:pt x="1141073" y="0"/>
                </a:lnTo>
                <a:lnTo>
                  <a:pt x="1141073" y="1133883"/>
                </a:lnTo>
                <a:lnTo>
                  <a:pt x="0" y="11338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31005" y="4101005"/>
            <a:ext cx="1896031" cy="2331245"/>
          </a:xfrm>
          <a:custGeom>
            <a:avLst/>
            <a:gdLst/>
            <a:ahLst/>
            <a:cxnLst/>
            <a:rect r="r" b="b" t="t" l="l"/>
            <a:pathLst>
              <a:path h="2331245" w="1896031">
                <a:moveTo>
                  <a:pt x="0" y="0"/>
                </a:moveTo>
                <a:lnTo>
                  <a:pt x="1896031" y="0"/>
                </a:lnTo>
                <a:lnTo>
                  <a:pt x="1896031" y="2331244"/>
                </a:lnTo>
                <a:lnTo>
                  <a:pt x="0" y="233124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690" t="0" r="-169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4664" y="7106387"/>
            <a:ext cx="1196439" cy="1233723"/>
          </a:xfrm>
          <a:custGeom>
            <a:avLst/>
            <a:gdLst/>
            <a:ahLst/>
            <a:cxnLst/>
            <a:rect r="r" b="b" t="t" l="l"/>
            <a:pathLst>
              <a:path h="1233723" w="1196439">
                <a:moveTo>
                  <a:pt x="0" y="0"/>
                </a:moveTo>
                <a:lnTo>
                  <a:pt x="1196439" y="0"/>
                </a:lnTo>
                <a:lnTo>
                  <a:pt x="1196439" y="1233723"/>
                </a:lnTo>
                <a:lnTo>
                  <a:pt x="0" y="12337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04819" y="5774213"/>
            <a:ext cx="1519700" cy="765508"/>
          </a:xfrm>
          <a:custGeom>
            <a:avLst/>
            <a:gdLst/>
            <a:ahLst/>
            <a:cxnLst/>
            <a:rect r="r" b="b" t="t" l="l"/>
            <a:pathLst>
              <a:path h="765508" w="1519700">
                <a:moveTo>
                  <a:pt x="0" y="0"/>
                </a:moveTo>
                <a:lnTo>
                  <a:pt x="1519700" y="0"/>
                </a:lnTo>
                <a:lnTo>
                  <a:pt x="1519700" y="765509"/>
                </a:lnTo>
                <a:lnTo>
                  <a:pt x="0" y="7655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0970" y="7268402"/>
            <a:ext cx="2160084" cy="1899105"/>
          </a:xfrm>
          <a:custGeom>
            <a:avLst/>
            <a:gdLst/>
            <a:ahLst/>
            <a:cxnLst/>
            <a:rect r="r" b="b" t="t" l="l"/>
            <a:pathLst>
              <a:path h="1899105" w="2160084">
                <a:moveTo>
                  <a:pt x="0" y="0"/>
                </a:moveTo>
                <a:lnTo>
                  <a:pt x="2160084" y="0"/>
                </a:lnTo>
                <a:lnTo>
                  <a:pt x="2160084" y="1899104"/>
                </a:lnTo>
                <a:lnTo>
                  <a:pt x="0" y="189910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669724" y="6995840"/>
            <a:ext cx="952465" cy="855987"/>
            <a:chOff x="0" y="0"/>
            <a:chExt cx="1269953" cy="11413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3556" y="0"/>
              <a:ext cx="1353693" cy="1215771"/>
            </a:xfrm>
            <a:custGeom>
              <a:avLst/>
              <a:gdLst/>
              <a:ahLst/>
              <a:cxnLst/>
              <a:rect r="r" b="b" t="t" l="l"/>
              <a:pathLst>
                <a:path h="1215771" w="1353693">
                  <a:moveTo>
                    <a:pt x="13335" y="1102233"/>
                  </a:moveTo>
                  <a:lnTo>
                    <a:pt x="610489" y="38862"/>
                  </a:lnTo>
                  <a:cubicBezTo>
                    <a:pt x="624078" y="14859"/>
                    <a:pt x="649478" y="0"/>
                    <a:pt x="676910" y="0"/>
                  </a:cubicBezTo>
                  <a:cubicBezTo>
                    <a:pt x="704342" y="0"/>
                    <a:pt x="729869" y="14859"/>
                    <a:pt x="743331" y="38862"/>
                  </a:cubicBezTo>
                  <a:lnTo>
                    <a:pt x="1340485" y="1102233"/>
                  </a:lnTo>
                  <a:cubicBezTo>
                    <a:pt x="1353693" y="1125855"/>
                    <a:pt x="1353439" y="1154684"/>
                    <a:pt x="1339850" y="1178052"/>
                  </a:cubicBezTo>
                  <a:cubicBezTo>
                    <a:pt x="1326261" y="1201420"/>
                    <a:pt x="1301115" y="1215771"/>
                    <a:pt x="1274064" y="1215771"/>
                  </a:cubicBezTo>
                  <a:lnTo>
                    <a:pt x="79756" y="1215771"/>
                  </a:lnTo>
                  <a:cubicBezTo>
                    <a:pt x="52705" y="1215771"/>
                    <a:pt x="27686" y="1201420"/>
                    <a:pt x="13970" y="1178052"/>
                  </a:cubicBezTo>
                  <a:cubicBezTo>
                    <a:pt x="254" y="1154684"/>
                    <a:pt x="0" y="1125855"/>
                    <a:pt x="13335" y="1102233"/>
                  </a:cubicBezTo>
                  <a:moveTo>
                    <a:pt x="146177" y="1176909"/>
                  </a:moveTo>
                  <a:lnTo>
                    <a:pt x="79756" y="1139571"/>
                  </a:lnTo>
                  <a:lnTo>
                    <a:pt x="79756" y="1063371"/>
                  </a:lnTo>
                  <a:lnTo>
                    <a:pt x="1274191" y="1063371"/>
                  </a:lnTo>
                  <a:lnTo>
                    <a:pt x="1274191" y="1139571"/>
                  </a:lnTo>
                  <a:lnTo>
                    <a:pt x="1207770" y="1176909"/>
                  </a:lnTo>
                  <a:lnTo>
                    <a:pt x="610489" y="113538"/>
                  </a:lnTo>
                  <a:lnTo>
                    <a:pt x="676910" y="76200"/>
                  </a:lnTo>
                  <a:lnTo>
                    <a:pt x="743331" y="113538"/>
                  </a:lnTo>
                  <a:lnTo>
                    <a:pt x="146177" y="1176782"/>
                  </a:lnTo>
                  <a:close/>
                </a:path>
              </a:pathLst>
            </a:custGeom>
            <a:solidFill>
              <a:srgbClr val="4F4C4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45511" y="7004629"/>
            <a:ext cx="952465" cy="855987"/>
            <a:chOff x="0" y="0"/>
            <a:chExt cx="1269953" cy="11413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-3556" y="0"/>
              <a:ext cx="1353693" cy="1215771"/>
            </a:xfrm>
            <a:custGeom>
              <a:avLst/>
              <a:gdLst/>
              <a:ahLst/>
              <a:cxnLst/>
              <a:rect r="r" b="b" t="t" l="l"/>
              <a:pathLst>
                <a:path h="1215771" w="1353693">
                  <a:moveTo>
                    <a:pt x="13335" y="1102233"/>
                  </a:moveTo>
                  <a:lnTo>
                    <a:pt x="610489" y="38862"/>
                  </a:lnTo>
                  <a:cubicBezTo>
                    <a:pt x="624078" y="14859"/>
                    <a:pt x="649478" y="0"/>
                    <a:pt x="676910" y="0"/>
                  </a:cubicBezTo>
                  <a:cubicBezTo>
                    <a:pt x="704342" y="0"/>
                    <a:pt x="729869" y="14859"/>
                    <a:pt x="743331" y="38862"/>
                  </a:cubicBezTo>
                  <a:lnTo>
                    <a:pt x="1340485" y="1102233"/>
                  </a:lnTo>
                  <a:cubicBezTo>
                    <a:pt x="1353693" y="1125855"/>
                    <a:pt x="1353439" y="1154684"/>
                    <a:pt x="1339850" y="1178052"/>
                  </a:cubicBezTo>
                  <a:cubicBezTo>
                    <a:pt x="1326261" y="1201420"/>
                    <a:pt x="1301115" y="1215771"/>
                    <a:pt x="1274064" y="1215771"/>
                  </a:cubicBezTo>
                  <a:lnTo>
                    <a:pt x="79756" y="1215771"/>
                  </a:lnTo>
                  <a:cubicBezTo>
                    <a:pt x="52705" y="1215771"/>
                    <a:pt x="27686" y="1201420"/>
                    <a:pt x="13970" y="1178052"/>
                  </a:cubicBezTo>
                  <a:cubicBezTo>
                    <a:pt x="254" y="1154684"/>
                    <a:pt x="0" y="1125855"/>
                    <a:pt x="13335" y="1102233"/>
                  </a:cubicBezTo>
                  <a:moveTo>
                    <a:pt x="146177" y="1176909"/>
                  </a:moveTo>
                  <a:lnTo>
                    <a:pt x="79756" y="1139571"/>
                  </a:lnTo>
                  <a:lnTo>
                    <a:pt x="79756" y="1063371"/>
                  </a:lnTo>
                  <a:lnTo>
                    <a:pt x="1274191" y="1063371"/>
                  </a:lnTo>
                  <a:lnTo>
                    <a:pt x="1274191" y="1139571"/>
                  </a:lnTo>
                  <a:lnTo>
                    <a:pt x="1207770" y="1176909"/>
                  </a:lnTo>
                  <a:lnTo>
                    <a:pt x="610489" y="113538"/>
                  </a:lnTo>
                  <a:lnTo>
                    <a:pt x="676910" y="76200"/>
                  </a:lnTo>
                  <a:lnTo>
                    <a:pt x="743331" y="113538"/>
                  </a:lnTo>
                  <a:lnTo>
                    <a:pt x="146177" y="1176782"/>
                  </a:lnTo>
                  <a:close/>
                </a:path>
              </a:pathLst>
            </a:custGeom>
            <a:solidFill>
              <a:srgbClr val="4F4C4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669724" y="8491991"/>
            <a:ext cx="952465" cy="855987"/>
            <a:chOff x="0" y="0"/>
            <a:chExt cx="1269953" cy="11413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-3429" y="0"/>
              <a:ext cx="1353820" cy="1215644"/>
            </a:xfrm>
            <a:custGeom>
              <a:avLst/>
              <a:gdLst/>
              <a:ahLst/>
              <a:cxnLst/>
              <a:rect r="r" b="b" t="t" l="l"/>
              <a:pathLst>
                <a:path h="1215644" w="1353820">
                  <a:moveTo>
                    <a:pt x="146050" y="38862"/>
                  </a:moveTo>
                  <a:lnTo>
                    <a:pt x="743331" y="1102233"/>
                  </a:lnTo>
                  <a:lnTo>
                    <a:pt x="676910" y="1139571"/>
                  </a:lnTo>
                  <a:lnTo>
                    <a:pt x="610489" y="1102233"/>
                  </a:lnTo>
                  <a:lnTo>
                    <a:pt x="1207643" y="38862"/>
                  </a:lnTo>
                  <a:lnTo>
                    <a:pt x="1274064" y="76200"/>
                  </a:lnTo>
                  <a:lnTo>
                    <a:pt x="1274064" y="152400"/>
                  </a:lnTo>
                  <a:lnTo>
                    <a:pt x="79629" y="152400"/>
                  </a:lnTo>
                  <a:lnTo>
                    <a:pt x="79629" y="76200"/>
                  </a:lnTo>
                  <a:lnTo>
                    <a:pt x="146050" y="38862"/>
                  </a:lnTo>
                  <a:moveTo>
                    <a:pt x="13208" y="113538"/>
                  </a:moveTo>
                  <a:cubicBezTo>
                    <a:pt x="0" y="89916"/>
                    <a:pt x="254" y="61087"/>
                    <a:pt x="13843" y="37719"/>
                  </a:cubicBezTo>
                  <a:cubicBezTo>
                    <a:pt x="27432" y="14351"/>
                    <a:pt x="52578" y="0"/>
                    <a:pt x="79629" y="0"/>
                  </a:cubicBezTo>
                  <a:lnTo>
                    <a:pt x="1274064" y="0"/>
                  </a:lnTo>
                  <a:cubicBezTo>
                    <a:pt x="1301115" y="0"/>
                    <a:pt x="1326134" y="14351"/>
                    <a:pt x="1339850" y="37719"/>
                  </a:cubicBezTo>
                  <a:cubicBezTo>
                    <a:pt x="1353566" y="61087"/>
                    <a:pt x="1353820" y="89916"/>
                    <a:pt x="1340485" y="113538"/>
                  </a:cubicBezTo>
                  <a:lnTo>
                    <a:pt x="743331" y="1176782"/>
                  </a:lnTo>
                  <a:cubicBezTo>
                    <a:pt x="729869" y="1200785"/>
                    <a:pt x="704469" y="1215644"/>
                    <a:pt x="676910" y="1215644"/>
                  </a:cubicBezTo>
                  <a:cubicBezTo>
                    <a:pt x="649351" y="1215644"/>
                    <a:pt x="623951" y="1200785"/>
                    <a:pt x="610489" y="1176782"/>
                  </a:cubicBezTo>
                  <a:lnTo>
                    <a:pt x="13208" y="113538"/>
                  </a:lnTo>
                  <a:close/>
                </a:path>
              </a:pathLst>
            </a:custGeom>
            <a:solidFill>
              <a:srgbClr val="4F4C43"/>
            </a:solidFill>
          </p:spPr>
        </p:sp>
      </p:grpSp>
      <p:sp>
        <p:nvSpPr>
          <p:cNvPr name="AutoShape 18" id="18"/>
          <p:cNvSpPr/>
          <p:nvPr/>
        </p:nvSpPr>
        <p:spPr>
          <a:xfrm rot="396807">
            <a:off x="9767776" y="7404048"/>
            <a:ext cx="507936" cy="0"/>
          </a:xfrm>
          <a:prstGeom prst="line">
            <a:avLst/>
          </a:prstGeom>
          <a:ln cap="rnd" w="57150">
            <a:solidFill>
              <a:srgbClr val="4F4C4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9545511" y="8430466"/>
            <a:ext cx="952465" cy="855987"/>
            <a:chOff x="0" y="0"/>
            <a:chExt cx="1269953" cy="11413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-3429" y="0"/>
              <a:ext cx="1353820" cy="1215644"/>
            </a:xfrm>
            <a:custGeom>
              <a:avLst/>
              <a:gdLst/>
              <a:ahLst/>
              <a:cxnLst/>
              <a:rect r="r" b="b" t="t" l="l"/>
              <a:pathLst>
                <a:path h="1215644" w="1353820">
                  <a:moveTo>
                    <a:pt x="146050" y="38862"/>
                  </a:moveTo>
                  <a:lnTo>
                    <a:pt x="743331" y="1102233"/>
                  </a:lnTo>
                  <a:lnTo>
                    <a:pt x="676910" y="1139571"/>
                  </a:lnTo>
                  <a:lnTo>
                    <a:pt x="610489" y="1102233"/>
                  </a:lnTo>
                  <a:lnTo>
                    <a:pt x="1207643" y="38862"/>
                  </a:lnTo>
                  <a:lnTo>
                    <a:pt x="1274064" y="76200"/>
                  </a:lnTo>
                  <a:lnTo>
                    <a:pt x="1274064" y="152400"/>
                  </a:lnTo>
                  <a:lnTo>
                    <a:pt x="79629" y="152400"/>
                  </a:lnTo>
                  <a:lnTo>
                    <a:pt x="79629" y="76200"/>
                  </a:lnTo>
                  <a:lnTo>
                    <a:pt x="146050" y="38862"/>
                  </a:lnTo>
                  <a:moveTo>
                    <a:pt x="13208" y="113538"/>
                  </a:moveTo>
                  <a:cubicBezTo>
                    <a:pt x="0" y="89916"/>
                    <a:pt x="254" y="61087"/>
                    <a:pt x="13843" y="37719"/>
                  </a:cubicBezTo>
                  <a:cubicBezTo>
                    <a:pt x="27432" y="14351"/>
                    <a:pt x="52578" y="0"/>
                    <a:pt x="79629" y="0"/>
                  </a:cubicBezTo>
                  <a:lnTo>
                    <a:pt x="1274064" y="0"/>
                  </a:lnTo>
                  <a:cubicBezTo>
                    <a:pt x="1301115" y="0"/>
                    <a:pt x="1326134" y="14351"/>
                    <a:pt x="1339850" y="37719"/>
                  </a:cubicBezTo>
                  <a:cubicBezTo>
                    <a:pt x="1353566" y="61087"/>
                    <a:pt x="1353820" y="89916"/>
                    <a:pt x="1340485" y="113538"/>
                  </a:cubicBezTo>
                  <a:lnTo>
                    <a:pt x="743331" y="1176782"/>
                  </a:lnTo>
                  <a:cubicBezTo>
                    <a:pt x="729869" y="1200785"/>
                    <a:pt x="704469" y="1215644"/>
                    <a:pt x="676910" y="1215644"/>
                  </a:cubicBezTo>
                  <a:cubicBezTo>
                    <a:pt x="649351" y="1215644"/>
                    <a:pt x="623951" y="1200785"/>
                    <a:pt x="610489" y="1176782"/>
                  </a:cubicBezTo>
                  <a:lnTo>
                    <a:pt x="13208" y="113538"/>
                  </a:lnTo>
                  <a:close/>
                </a:path>
              </a:pathLst>
            </a:custGeom>
            <a:solidFill>
              <a:srgbClr val="4F4C43"/>
            </a:solidFill>
          </p:spPr>
        </p:sp>
      </p:grpSp>
      <p:sp>
        <p:nvSpPr>
          <p:cNvPr name="AutoShape 21" id="21"/>
          <p:cNvSpPr/>
          <p:nvPr/>
        </p:nvSpPr>
        <p:spPr>
          <a:xfrm rot="-396807">
            <a:off x="9767776" y="8829884"/>
            <a:ext cx="507936" cy="0"/>
          </a:xfrm>
          <a:prstGeom prst="line">
            <a:avLst/>
          </a:prstGeom>
          <a:ln cap="rnd" w="57150">
            <a:solidFill>
              <a:srgbClr val="4F4C4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6555868" y="7975581"/>
            <a:ext cx="1180175" cy="392415"/>
            <a:chOff x="0" y="0"/>
            <a:chExt cx="1573566" cy="5232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-1524" y="-1524"/>
              <a:ext cx="1576578" cy="526288"/>
            </a:xfrm>
            <a:custGeom>
              <a:avLst/>
              <a:gdLst/>
              <a:ahLst/>
              <a:cxnLst/>
              <a:rect r="r" b="b" t="t" l="l"/>
              <a:pathLst>
                <a:path h="526288" w="1576578">
                  <a:moveTo>
                    <a:pt x="1524" y="0"/>
                  </a:moveTo>
                  <a:lnTo>
                    <a:pt x="1575054" y="0"/>
                  </a:lnTo>
                  <a:cubicBezTo>
                    <a:pt x="1575943" y="0"/>
                    <a:pt x="1576578" y="762"/>
                    <a:pt x="1576578" y="1524"/>
                  </a:cubicBezTo>
                  <a:lnTo>
                    <a:pt x="1576578" y="524764"/>
                  </a:lnTo>
                  <a:cubicBezTo>
                    <a:pt x="1576578" y="525653"/>
                    <a:pt x="1575816" y="526288"/>
                    <a:pt x="1575054" y="526288"/>
                  </a:cubicBezTo>
                  <a:lnTo>
                    <a:pt x="1524" y="526288"/>
                  </a:lnTo>
                  <a:cubicBezTo>
                    <a:pt x="635" y="526288"/>
                    <a:pt x="0" y="525526"/>
                    <a:pt x="0" y="524764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524764"/>
                  </a:lnTo>
                  <a:lnTo>
                    <a:pt x="1524" y="524764"/>
                  </a:lnTo>
                  <a:lnTo>
                    <a:pt x="1524" y="523240"/>
                  </a:lnTo>
                  <a:lnTo>
                    <a:pt x="1575054" y="523240"/>
                  </a:lnTo>
                  <a:lnTo>
                    <a:pt x="1575054" y="524764"/>
                  </a:lnTo>
                  <a:lnTo>
                    <a:pt x="1573530" y="524764"/>
                  </a:lnTo>
                  <a:lnTo>
                    <a:pt x="1573530" y="1524"/>
                  </a:lnTo>
                  <a:lnTo>
                    <a:pt x="1575054" y="1524"/>
                  </a:lnTo>
                  <a:lnTo>
                    <a:pt x="1575054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4F4C4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573566" cy="5422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A39D8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Fire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55868" y="9471733"/>
            <a:ext cx="1180175" cy="392415"/>
            <a:chOff x="0" y="0"/>
            <a:chExt cx="1573566" cy="5232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-1524" y="-1524"/>
              <a:ext cx="1576578" cy="526288"/>
            </a:xfrm>
            <a:custGeom>
              <a:avLst/>
              <a:gdLst/>
              <a:ahLst/>
              <a:cxnLst/>
              <a:rect r="r" b="b" t="t" l="l"/>
              <a:pathLst>
                <a:path h="526288" w="1576578">
                  <a:moveTo>
                    <a:pt x="1524" y="0"/>
                  </a:moveTo>
                  <a:lnTo>
                    <a:pt x="1575054" y="0"/>
                  </a:lnTo>
                  <a:cubicBezTo>
                    <a:pt x="1575943" y="0"/>
                    <a:pt x="1576578" y="762"/>
                    <a:pt x="1576578" y="1524"/>
                  </a:cubicBezTo>
                  <a:lnTo>
                    <a:pt x="1576578" y="524764"/>
                  </a:lnTo>
                  <a:cubicBezTo>
                    <a:pt x="1576578" y="525653"/>
                    <a:pt x="1575816" y="526288"/>
                    <a:pt x="1575054" y="526288"/>
                  </a:cubicBezTo>
                  <a:lnTo>
                    <a:pt x="1524" y="526288"/>
                  </a:lnTo>
                  <a:cubicBezTo>
                    <a:pt x="635" y="526288"/>
                    <a:pt x="0" y="525526"/>
                    <a:pt x="0" y="524764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524764"/>
                  </a:lnTo>
                  <a:lnTo>
                    <a:pt x="1524" y="524764"/>
                  </a:lnTo>
                  <a:lnTo>
                    <a:pt x="1524" y="523240"/>
                  </a:lnTo>
                  <a:lnTo>
                    <a:pt x="1575054" y="523240"/>
                  </a:lnTo>
                  <a:lnTo>
                    <a:pt x="1575054" y="524764"/>
                  </a:lnTo>
                  <a:lnTo>
                    <a:pt x="1573530" y="524764"/>
                  </a:lnTo>
                  <a:lnTo>
                    <a:pt x="1573530" y="1524"/>
                  </a:lnTo>
                  <a:lnTo>
                    <a:pt x="1575054" y="1524"/>
                  </a:lnTo>
                  <a:lnTo>
                    <a:pt x="1575054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4F4C4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573566" cy="5422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A39D8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Water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30777" y="7990706"/>
            <a:ext cx="1180175" cy="392415"/>
            <a:chOff x="0" y="0"/>
            <a:chExt cx="1573566" cy="5232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-1524" y="-1524"/>
              <a:ext cx="1576578" cy="526288"/>
            </a:xfrm>
            <a:custGeom>
              <a:avLst/>
              <a:gdLst/>
              <a:ahLst/>
              <a:cxnLst/>
              <a:rect r="r" b="b" t="t" l="l"/>
              <a:pathLst>
                <a:path h="526288" w="1576578">
                  <a:moveTo>
                    <a:pt x="1524" y="0"/>
                  </a:moveTo>
                  <a:lnTo>
                    <a:pt x="1575054" y="0"/>
                  </a:lnTo>
                  <a:cubicBezTo>
                    <a:pt x="1575943" y="0"/>
                    <a:pt x="1576578" y="762"/>
                    <a:pt x="1576578" y="1524"/>
                  </a:cubicBezTo>
                  <a:lnTo>
                    <a:pt x="1576578" y="524764"/>
                  </a:lnTo>
                  <a:cubicBezTo>
                    <a:pt x="1576578" y="525653"/>
                    <a:pt x="1575816" y="526288"/>
                    <a:pt x="1575054" y="526288"/>
                  </a:cubicBezTo>
                  <a:lnTo>
                    <a:pt x="1524" y="526288"/>
                  </a:lnTo>
                  <a:cubicBezTo>
                    <a:pt x="635" y="526288"/>
                    <a:pt x="0" y="525526"/>
                    <a:pt x="0" y="524764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524764"/>
                  </a:lnTo>
                  <a:lnTo>
                    <a:pt x="1524" y="524764"/>
                  </a:lnTo>
                  <a:lnTo>
                    <a:pt x="1524" y="523240"/>
                  </a:lnTo>
                  <a:lnTo>
                    <a:pt x="1575054" y="523240"/>
                  </a:lnTo>
                  <a:lnTo>
                    <a:pt x="1575054" y="524764"/>
                  </a:lnTo>
                  <a:lnTo>
                    <a:pt x="1573530" y="524764"/>
                  </a:lnTo>
                  <a:lnTo>
                    <a:pt x="1573530" y="1524"/>
                  </a:lnTo>
                  <a:lnTo>
                    <a:pt x="1575054" y="1524"/>
                  </a:lnTo>
                  <a:lnTo>
                    <a:pt x="1575054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4F4C4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573566" cy="5422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A39D8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Air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31656" y="9417938"/>
            <a:ext cx="1180175" cy="392415"/>
            <a:chOff x="0" y="0"/>
            <a:chExt cx="1573566" cy="5232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-1524" y="-1524"/>
              <a:ext cx="1576578" cy="526288"/>
            </a:xfrm>
            <a:custGeom>
              <a:avLst/>
              <a:gdLst/>
              <a:ahLst/>
              <a:cxnLst/>
              <a:rect r="r" b="b" t="t" l="l"/>
              <a:pathLst>
                <a:path h="526288" w="1576578">
                  <a:moveTo>
                    <a:pt x="1524" y="0"/>
                  </a:moveTo>
                  <a:lnTo>
                    <a:pt x="1575054" y="0"/>
                  </a:lnTo>
                  <a:cubicBezTo>
                    <a:pt x="1575943" y="0"/>
                    <a:pt x="1576578" y="762"/>
                    <a:pt x="1576578" y="1524"/>
                  </a:cubicBezTo>
                  <a:lnTo>
                    <a:pt x="1576578" y="524764"/>
                  </a:lnTo>
                  <a:cubicBezTo>
                    <a:pt x="1576578" y="525653"/>
                    <a:pt x="1575816" y="526288"/>
                    <a:pt x="1575054" y="526288"/>
                  </a:cubicBezTo>
                  <a:lnTo>
                    <a:pt x="1524" y="526288"/>
                  </a:lnTo>
                  <a:cubicBezTo>
                    <a:pt x="635" y="526288"/>
                    <a:pt x="0" y="525526"/>
                    <a:pt x="0" y="524764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524764"/>
                  </a:lnTo>
                  <a:lnTo>
                    <a:pt x="1524" y="524764"/>
                  </a:lnTo>
                  <a:lnTo>
                    <a:pt x="1524" y="523240"/>
                  </a:lnTo>
                  <a:lnTo>
                    <a:pt x="1575054" y="523240"/>
                  </a:lnTo>
                  <a:lnTo>
                    <a:pt x="1575054" y="524764"/>
                  </a:lnTo>
                  <a:lnTo>
                    <a:pt x="1573530" y="524764"/>
                  </a:lnTo>
                  <a:lnTo>
                    <a:pt x="1573530" y="1524"/>
                  </a:lnTo>
                  <a:lnTo>
                    <a:pt x="1575054" y="1524"/>
                  </a:lnTo>
                  <a:lnTo>
                    <a:pt x="1575054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4F4C4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573566" cy="5422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A39D8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Earth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107617" y="8430466"/>
            <a:ext cx="952465" cy="855987"/>
            <a:chOff x="0" y="0"/>
            <a:chExt cx="1269953" cy="11413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-3429" y="0"/>
              <a:ext cx="1353820" cy="1215644"/>
            </a:xfrm>
            <a:custGeom>
              <a:avLst/>
              <a:gdLst/>
              <a:ahLst/>
              <a:cxnLst/>
              <a:rect r="r" b="b" t="t" l="l"/>
              <a:pathLst>
                <a:path h="1215644" w="1353820">
                  <a:moveTo>
                    <a:pt x="146050" y="38862"/>
                  </a:moveTo>
                  <a:lnTo>
                    <a:pt x="743331" y="1102233"/>
                  </a:lnTo>
                  <a:lnTo>
                    <a:pt x="676910" y="1139571"/>
                  </a:lnTo>
                  <a:lnTo>
                    <a:pt x="610489" y="1102233"/>
                  </a:lnTo>
                  <a:lnTo>
                    <a:pt x="1207643" y="38862"/>
                  </a:lnTo>
                  <a:lnTo>
                    <a:pt x="1274064" y="76200"/>
                  </a:lnTo>
                  <a:lnTo>
                    <a:pt x="1274064" y="152400"/>
                  </a:lnTo>
                  <a:lnTo>
                    <a:pt x="79629" y="152400"/>
                  </a:lnTo>
                  <a:lnTo>
                    <a:pt x="79629" y="76200"/>
                  </a:lnTo>
                  <a:lnTo>
                    <a:pt x="146050" y="38862"/>
                  </a:lnTo>
                  <a:moveTo>
                    <a:pt x="13208" y="113538"/>
                  </a:moveTo>
                  <a:cubicBezTo>
                    <a:pt x="0" y="89916"/>
                    <a:pt x="254" y="61087"/>
                    <a:pt x="13843" y="37719"/>
                  </a:cubicBezTo>
                  <a:cubicBezTo>
                    <a:pt x="27432" y="14351"/>
                    <a:pt x="52578" y="0"/>
                    <a:pt x="79629" y="0"/>
                  </a:cubicBezTo>
                  <a:lnTo>
                    <a:pt x="1274064" y="0"/>
                  </a:lnTo>
                  <a:cubicBezTo>
                    <a:pt x="1301115" y="0"/>
                    <a:pt x="1326134" y="14351"/>
                    <a:pt x="1339850" y="37719"/>
                  </a:cubicBezTo>
                  <a:cubicBezTo>
                    <a:pt x="1353566" y="61087"/>
                    <a:pt x="1353820" y="89916"/>
                    <a:pt x="1340485" y="113538"/>
                  </a:cubicBezTo>
                  <a:lnTo>
                    <a:pt x="743331" y="1176782"/>
                  </a:lnTo>
                  <a:cubicBezTo>
                    <a:pt x="729869" y="1200785"/>
                    <a:pt x="704469" y="1215644"/>
                    <a:pt x="676910" y="1215644"/>
                  </a:cubicBezTo>
                  <a:cubicBezTo>
                    <a:pt x="649351" y="1215644"/>
                    <a:pt x="623951" y="1200785"/>
                    <a:pt x="610489" y="1176782"/>
                  </a:cubicBezTo>
                  <a:lnTo>
                    <a:pt x="13208" y="113538"/>
                  </a:lnTo>
                  <a:close/>
                </a:path>
              </a:pathLst>
            </a:custGeom>
            <a:solidFill>
              <a:srgbClr val="4F4C43"/>
            </a:solidFill>
          </p:spPr>
        </p:sp>
      </p:grpSp>
      <p:sp>
        <p:nvSpPr>
          <p:cNvPr name="AutoShape 36" id="36"/>
          <p:cNvSpPr/>
          <p:nvPr/>
        </p:nvSpPr>
        <p:spPr>
          <a:xfrm rot="5172824">
            <a:off x="8154920" y="8829885"/>
            <a:ext cx="857859" cy="0"/>
          </a:xfrm>
          <a:prstGeom prst="line">
            <a:avLst/>
          </a:prstGeom>
          <a:ln cap="rnd" w="57150">
            <a:solidFill>
              <a:srgbClr val="4F4C4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7992885" y="9416543"/>
            <a:ext cx="1180175" cy="392415"/>
            <a:chOff x="0" y="0"/>
            <a:chExt cx="1573566" cy="5232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-1524" y="-1524"/>
              <a:ext cx="1576578" cy="526288"/>
            </a:xfrm>
            <a:custGeom>
              <a:avLst/>
              <a:gdLst/>
              <a:ahLst/>
              <a:cxnLst/>
              <a:rect r="r" b="b" t="t" l="l"/>
              <a:pathLst>
                <a:path h="526288" w="1576578">
                  <a:moveTo>
                    <a:pt x="1524" y="0"/>
                  </a:moveTo>
                  <a:lnTo>
                    <a:pt x="1575054" y="0"/>
                  </a:lnTo>
                  <a:cubicBezTo>
                    <a:pt x="1575943" y="0"/>
                    <a:pt x="1576578" y="762"/>
                    <a:pt x="1576578" y="1524"/>
                  </a:cubicBezTo>
                  <a:lnTo>
                    <a:pt x="1576578" y="524764"/>
                  </a:lnTo>
                  <a:cubicBezTo>
                    <a:pt x="1576578" y="525653"/>
                    <a:pt x="1575816" y="526288"/>
                    <a:pt x="1575054" y="526288"/>
                  </a:cubicBezTo>
                  <a:lnTo>
                    <a:pt x="1524" y="526288"/>
                  </a:lnTo>
                  <a:cubicBezTo>
                    <a:pt x="635" y="526288"/>
                    <a:pt x="0" y="525526"/>
                    <a:pt x="0" y="524764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524764"/>
                  </a:lnTo>
                  <a:lnTo>
                    <a:pt x="1524" y="524764"/>
                  </a:lnTo>
                  <a:lnTo>
                    <a:pt x="1524" y="523240"/>
                  </a:lnTo>
                  <a:lnTo>
                    <a:pt x="1575054" y="523240"/>
                  </a:lnTo>
                  <a:lnTo>
                    <a:pt x="1575054" y="524764"/>
                  </a:lnTo>
                  <a:lnTo>
                    <a:pt x="1573530" y="524764"/>
                  </a:lnTo>
                  <a:lnTo>
                    <a:pt x="1573530" y="1524"/>
                  </a:lnTo>
                  <a:lnTo>
                    <a:pt x="1575054" y="1524"/>
                  </a:lnTo>
                  <a:lnTo>
                    <a:pt x="1575054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4F4C43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573566" cy="5422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A39D8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Wood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107617" y="7004629"/>
            <a:ext cx="952465" cy="855987"/>
            <a:chOff x="0" y="0"/>
            <a:chExt cx="1269953" cy="11413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-3556" y="0"/>
              <a:ext cx="1353693" cy="1215771"/>
            </a:xfrm>
            <a:custGeom>
              <a:avLst/>
              <a:gdLst/>
              <a:ahLst/>
              <a:cxnLst/>
              <a:rect r="r" b="b" t="t" l="l"/>
              <a:pathLst>
                <a:path h="1215771" w="1353693">
                  <a:moveTo>
                    <a:pt x="13335" y="1102233"/>
                  </a:moveTo>
                  <a:lnTo>
                    <a:pt x="610489" y="38862"/>
                  </a:lnTo>
                  <a:cubicBezTo>
                    <a:pt x="624078" y="14859"/>
                    <a:pt x="649478" y="0"/>
                    <a:pt x="676910" y="0"/>
                  </a:cubicBezTo>
                  <a:cubicBezTo>
                    <a:pt x="704342" y="0"/>
                    <a:pt x="729869" y="14859"/>
                    <a:pt x="743331" y="38862"/>
                  </a:cubicBezTo>
                  <a:lnTo>
                    <a:pt x="1340485" y="1102233"/>
                  </a:lnTo>
                  <a:cubicBezTo>
                    <a:pt x="1353693" y="1125855"/>
                    <a:pt x="1353439" y="1154684"/>
                    <a:pt x="1339850" y="1178052"/>
                  </a:cubicBezTo>
                  <a:cubicBezTo>
                    <a:pt x="1326261" y="1201420"/>
                    <a:pt x="1301115" y="1215771"/>
                    <a:pt x="1274064" y="1215771"/>
                  </a:cubicBezTo>
                  <a:lnTo>
                    <a:pt x="79756" y="1215771"/>
                  </a:lnTo>
                  <a:cubicBezTo>
                    <a:pt x="52705" y="1215771"/>
                    <a:pt x="27686" y="1201420"/>
                    <a:pt x="13970" y="1178052"/>
                  </a:cubicBezTo>
                  <a:cubicBezTo>
                    <a:pt x="254" y="1154684"/>
                    <a:pt x="0" y="1125855"/>
                    <a:pt x="13335" y="1102233"/>
                  </a:cubicBezTo>
                  <a:moveTo>
                    <a:pt x="146177" y="1176909"/>
                  </a:moveTo>
                  <a:lnTo>
                    <a:pt x="79756" y="1139571"/>
                  </a:lnTo>
                  <a:lnTo>
                    <a:pt x="79756" y="1063371"/>
                  </a:lnTo>
                  <a:lnTo>
                    <a:pt x="1274191" y="1063371"/>
                  </a:lnTo>
                  <a:lnTo>
                    <a:pt x="1274191" y="1139571"/>
                  </a:lnTo>
                  <a:lnTo>
                    <a:pt x="1207770" y="1176909"/>
                  </a:lnTo>
                  <a:lnTo>
                    <a:pt x="610489" y="113538"/>
                  </a:lnTo>
                  <a:lnTo>
                    <a:pt x="676910" y="76200"/>
                  </a:lnTo>
                  <a:lnTo>
                    <a:pt x="743331" y="113538"/>
                  </a:lnTo>
                  <a:lnTo>
                    <a:pt x="146177" y="1176782"/>
                  </a:lnTo>
                  <a:close/>
                </a:path>
              </a:pathLst>
            </a:custGeom>
            <a:solidFill>
              <a:srgbClr val="4F4C43"/>
            </a:solidFill>
          </p:spPr>
        </p:sp>
      </p:grpSp>
      <p:sp>
        <p:nvSpPr>
          <p:cNvPr name="AutoShape 42" id="42"/>
          <p:cNvSpPr/>
          <p:nvPr/>
        </p:nvSpPr>
        <p:spPr>
          <a:xfrm rot="-5172824">
            <a:off x="8154920" y="7404048"/>
            <a:ext cx="857859" cy="0"/>
          </a:xfrm>
          <a:prstGeom prst="line">
            <a:avLst/>
          </a:prstGeom>
          <a:ln cap="rnd" w="57150">
            <a:solidFill>
              <a:srgbClr val="4F4C4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7992885" y="7990706"/>
            <a:ext cx="1180175" cy="392415"/>
            <a:chOff x="0" y="0"/>
            <a:chExt cx="1573566" cy="5232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-1524" y="-1524"/>
              <a:ext cx="1576578" cy="526288"/>
            </a:xfrm>
            <a:custGeom>
              <a:avLst/>
              <a:gdLst/>
              <a:ahLst/>
              <a:cxnLst/>
              <a:rect r="r" b="b" t="t" l="l"/>
              <a:pathLst>
                <a:path h="526288" w="1576578">
                  <a:moveTo>
                    <a:pt x="1524" y="0"/>
                  </a:moveTo>
                  <a:lnTo>
                    <a:pt x="1575054" y="0"/>
                  </a:lnTo>
                  <a:cubicBezTo>
                    <a:pt x="1575943" y="0"/>
                    <a:pt x="1576578" y="762"/>
                    <a:pt x="1576578" y="1524"/>
                  </a:cubicBezTo>
                  <a:lnTo>
                    <a:pt x="1576578" y="524764"/>
                  </a:lnTo>
                  <a:cubicBezTo>
                    <a:pt x="1576578" y="525653"/>
                    <a:pt x="1575816" y="526288"/>
                    <a:pt x="1575054" y="526288"/>
                  </a:cubicBezTo>
                  <a:lnTo>
                    <a:pt x="1524" y="526288"/>
                  </a:lnTo>
                  <a:cubicBezTo>
                    <a:pt x="635" y="526288"/>
                    <a:pt x="0" y="525526"/>
                    <a:pt x="0" y="524764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524764"/>
                  </a:lnTo>
                  <a:lnTo>
                    <a:pt x="1524" y="524764"/>
                  </a:lnTo>
                  <a:lnTo>
                    <a:pt x="1524" y="523240"/>
                  </a:lnTo>
                  <a:lnTo>
                    <a:pt x="1575054" y="523240"/>
                  </a:lnTo>
                  <a:lnTo>
                    <a:pt x="1575054" y="524764"/>
                  </a:lnTo>
                  <a:lnTo>
                    <a:pt x="1573530" y="524764"/>
                  </a:lnTo>
                  <a:lnTo>
                    <a:pt x="1573530" y="1524"/>
                  </a:lnTo>
                  <a:lnTo>
                    <a:pt x="1575054" y="1524"/>
                  </a:lnTo>
                  <a:lnTo>
                    <a:pt x="1575054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4F4C43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1573566" cy="5422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A39D8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Metal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5245955" y="7338634"/>
            <a:ext cx="666736" cy="1626429"/>
          </a:xfrm>
          <a:custGeom>
            <a:avLst/>
            <a:gdLst/>
            <a:ahLst/>
            <a:cxnLst/>
            <a:rect r="r" b="b" t="t" l="l"/>
            <a:pathLst>
              <a:path h="1626429" w="666736">
                <a:moveTo>
                  <a:pt x="0" y="0"/>
                </a:moveTo>
                <a:lnTo>
                  <a:pt x="666737" y="0"/>
                </a:lnTo>
                <a:lnTo>
                  <a:pt x="666737" y="1626429"/>
                </a:lnTo>
                <a:lnTo>
                  <a:pt x="0" y="162642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1110468" y="1110685"/>
            <a:ext cx="568082" cy="945270"/>
          </a:xfrm>
          <a:custGeom>
            <a:avLst/>
            <a:gdLst/>
            <a:ahLst/>
            <a:cxnLst/>
            <a:rect r="r" b="b" t="t" l="l"/>
            <a:pathLst>
              <a:path h="945270" w="568082">
                <a:moveTo>
                  <a:pt x="0" y="0"/>
                </a:moveTo>
                <a:lnTo>
                  <a:pt x="568081" y="0"/>
                </a:lnTo>
                <a:lnTo>
                  <a:pt x="568081" y="945270"/>
                </a:lnTo>
                <a:lnTo>
                  <a:pt x="0" y="94527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2752034" y="1091787"/>
            <a:ext cx="987406" cy="987407"/>
          </a:xfrm>
          <a:custGeom>
            <a:avLst/>
            <a:gdLst/>
            <a:ahLst/>
            <a:cxnLst/>
            <a:rect r="r" b="b" t="t" l="l"/>
            <a:pathLst>
              <a:path h="987407" w="987406">
                <a:moveTo>
                  <a:pt x="0" y="0"/>
                </a:moveTo>
                <a:lnTo>
                  <a:pt x="987406" y="0"/>
                </a:lnTo>
                <a:lnTo>
                  <a:pt x="987406" y="987407"/>
                </a:lnTo>
                <a:lnTo>
                  <a:pt x="0" y="98740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0173133" y="3279791"/>
            <a:ext cx="2981163" cy="297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4F4C43"/>
                </a:solidFill>
                <a:latin typeface="Arimo"/>
                <a:ea typeface="Arimo"/>
                <a:cs typeface="Arimo"/>
                <a:sym typeface="Arimo"/>
              </a:rPr>
              <a:t>Ut queant laxis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4F4C43"/>
                </a:solidFill>
                <a:latin typeface="Arimo"/>
                <a:ea typeface="Arimo"/>
                <a:cs typeface="Arimo"/>
                <a:sym typeface="Arimo"/>
              </a:rPr>
              <a:t>Resonare fibris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4F4C43"/>
                </a:solidFill>
                <a:latin typeface="Arimo"/>
                <a:ea typeface="Arimo"/>
                <a:cs typeface="Arimo"/>
                <a:sym typeface="Arimo"/>
              </a:rPr>
              <a:t>Mira gestorum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4F4C43"/>
                </a:solidFill>
                <a:latin typeface="Arimo"/>
                <a:ea typeface="Arimo"/>
                <a:cs typeface="Arimo"/>
                <a:sym typeface="Arimo"/>
              </a:rPr>
              <a:t>Famuli tuorum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4F4C43"/>
                </a:solidFill>
                <a:latin typeface="Arimo"/>
                <a:ea typeface="Arimo"/>
                <a:cs typeface="Arimo"/>
                <a:sym typeface="Arimo"/>
              </a:rPr>
              <a:t>Solve polluti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4F4C43"/>
                </a:solidFill>
                <a:latin typeface="Arimo"/>
                <a:ea typeface="Arimo"/>
                <a:cs typeface="Arimo"/>
                <a:sym typeface="Arimo"/>
              </a:rPr>
              <a:t>Labii reatum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4F4C43"/>
                </a:solidFill>
                <a:latin typeface="Arimo"/>
                <a:ea typeface="Arimo"/>
                <a:cs typeface="Arimo"/>
                <a:sym typeface="Arimo"/>
              </a:rPr>
              <a:t>Sancte Ioannes.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6118920" y="6659023"/>
            <a:ext cx="1705275" cy="2161422"/>
          </a:xfrm>
          <a:custGeom>
            <a:avLst/>
            <a:gdLst/>
            <a:ahLst/>
            <a:cxnLst/>
            <a:rect r="r" b="b" t="t" l="l"/>
            <a:pathLst>
              <a:path h="2161422" w="1705275">
                <a:moveTo>
                  <a:pt x="0" y="0"/>
                </a:moveTo>
                <a:lnTo>
                  <a:pt x="1705275" y="0"/>
                </a:lnTo>
                <a:lnTo>
                  <a:pt x="1705275" y="2161422"/>
                </a:lnTo>
                <a:lnTo>
                  <a:pt x="0" y="216142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3616021" y="2819065"/>
            <a:ext cx="2042973" cy="2178223"/>
          </a:xfrm>
          <a:custGeom>
            <a:avLst/>
            <a:gdLst/>
            <a:ahLst/>
            <a:cxnLst/>
            <a:rect r="r" b="b" t="t" l="l"/>
            <a:pathLst>
              <a:path h="2178223" w="2042973">
                <a:moveTo>
                  <a:pt x="0" y="0"/>
                </a:moveTo>
                <a:lnTo>
                  <a:pt x="2042973" y="0"/>
                </a:lnTo>
                <a:lnTo>
                  <a:pt x="2042973" y="2178223"/>
                </a:lnTo>
                <a:lnTo>
                  <a:pt x="0" y="217822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3216017" y="6948269"/>
            <a:ext cx="571124" cy="589485"/>
          </a:xfrm>
          <a:custGeom>
            <a:avLst/>
            <a:gdLst/>
            <a:ahLst/>
            <a:cxnLst/>
            <a:rect r="r" b="b" t="t" l="l"/>
            <a:pathLst>
              <a:path h="589485" w="571124">
                <a:moveTo>
                  <a:pt x="0" y="0"/>
                </a:moveTo>
                <a:lnTo>
                  <a:pt x="571124" y="0"/>
                </a:lnTo>
                <a:lnTo>
                  <a:pt x="571124" y="589485"/>
                </a:lnTo>
                <a:lnTo>
                  <a:pt x="0" y="58948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2343676" y="7711788"/>
            <a:ext cx="646371" cy="667191"/>
          </a:xfrm>
          <a:custGeom>
            <a:avLst/>
            <a:gdLst/>
            <a:ahLst/>
            <a:cxnLst/>
            <a:rect r="r" b="b" t="t" l="l"/>
            <a:pathLst>
              <a:path h="667191" w="646371">
                <a:moveTo>
                  <a:pt x="0" y="0"/>
                </a:moveTo>
                <a:lnTo>
                  <a:pt x="646370" y="0"/>
                </a:lnTo>
                <a:lnTo>
                  <a:pt x="646370" y="667191"/>
                </a:lnTo>
                <a:lnTo>
                  <a:pt x="0" y="667191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2832340" y="6731163"/>
            <a:ext cx="380602" cy="395494"/>
          </a:xfrm>
          <a:custGeom>
            <a:avLst/>
            <a:gdLst/>
            <a:ahLst/>
            <a:cxnLst/>
            <a:rect r="r" b="b" t="t" l="l"/>
            <a:pathLst>
              <a:path h="395494" w="380602">
                <a:moveTo>
                  <a:pt x="0" y="0"/>
                </a:moveTo>
                <a:lnTo>
                  <a:pt x="380602" y="0"/>
                </a:lnTo>
                <a:lnTo>
                  <a:pt x="380602" y="395494"/>
                </a:lnTo>
                <a:lnTo>
                  <a:pt x="0" y="395494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3648400" y="7736270"/>
            <a:ext cx="433969" cy="450606"/>
          </a:xfrm>
          <a:custGeom>
            <a:avLst/>
            <a:gdLst/>
            <a:ahLst/>
            <a:cxnLst/>
            <a:rect r="r" b="b" t="t" l="l"/>
            <a:pathLst>
              <a:path h="450606" w="433969">
                <a:moveTo>
                  <a:pt x="0" y="0"/>
                </a:moveTo>
                <a:lnTo>
                  <a:pt x="433969" y="0"/>
                </a:lnTo>
                <a:lnTo>
                  <a:pt x="433969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2004257" y="6896592"/>
            <a:ext cx="825006" cy="851664"/>
          </a:xfrm>
          <a:custGeom>
            <a:avLst/>
            <a:gdLst/>
            <a:ahLst/>
            <a:cxnLst/>
            <a:rect r="r" b="b" t="t" l="l"/>
            <a:pathLst>
              <a:path h="851664" w="825006">
                <a:moveTo>
                  <a:pt x="0" y="0"/>
                </a:moveTo>
                <a:lnTo>
                  <a:pt x="825006" y="0"/>
                </a:lnTo>
                <a:lnTo>
                  <a:pt x="825006" y="851664"/>
                </a:lnTo>
                <a:lnTo>
                  <a:pt x="0" y="851664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2698386" y="7249980"/>
            <a:ext cx="648506" cy="669396"/>
          </a:xfrm>
          <a:custGeom>
            <a:avLst/>
            <a:gdLst/>
            <a:ahLst/>
            <a:cxnLst/>
            <a:rect r="r" b="b" t="t" l="l"/>
            <a:pathLst>
              <a:path h="669396" w="648506">
                <a:moveTo>
                  <a:pt x="0" y="0"/>
                </a:moveTo>
                <a:lnTo>
                  <a:pt x="648506" y="0"/>
                </a:lnTo>
                <a:lnTo>
                  <a:pt x="648506" y="669396"/>
                </a:lnTo>
                <a:lnTo>
                  <a:pt x="0" y="66939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5903437" y="2960449"/>
            <a:ext cx="2177265" cy="3265712"/>
          </a:xfrm>
          <a:custGeom>
            <a:avLst/>
            <a:gdLst/>
            <a:ahLst/>
            <a:cxnLst/>
            <a:rect r="r" b="b" t="t" l="l"/>
            <a:pathLst>
              <a:path h="3265712" w="2177265">
                <a:moveTo>
                  <a:pt x="0" y="0"/>
                </a:moveTo>
                <a:lnTo>
                  <a:pt x="2177265" y="0"/>
                </a:lnTo>
                <a:lnTo>
                  <a:pt x="2177265" y="3265712"/>
                </a:lnTo>
                <a:lnTo>
                  <a:pt x="0" y="3265712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5415346" y="368215"/>
            <a:ext cx="2131470" cy="2118770"/>
          </a:xfrm>
          <a:custGeom>
            <a:avLst/>
            <a:gdLst/>
            <a:ahLst/>
            <a:cxnLst/>
            <a:rect r="r" b="b" t="t" l="l"/>
            <a:pathLst>
              <a:path h="2118770" w="2131470">
                <a:moveTo>
                  <a:pt x="0" y="0"/>
                </a:moveTo>
                <a:lnTo>
                  <a:pt x="2131470" y="0"/>
                </a:lnTo>
                <a:lnTo>
                  <a:pt x="2131470" y="2118769"/>
                </a:lnTo>
                <a:lnTo>
                  <a:pt x="0" y="2118769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8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atrón de fondo  Descripción generada automáticamente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8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Un reloj de aguja en una pared  Descripción generada automáticamente con confianza baja"/>
          <p:cNvSpPr/>
          <p:nvPr/>
        </p:nvSpPr>
        <p:spPr>
          <a:xfrm flipH="false" flipV="false" rot="0">
            <a:off x="6604908" y="332013"/>
            <a:ext cx="6683828" cy="6683828"/>
          </a:xfrm>
          <a:custGeom>
            <a:avLst/>
            <a:gdLst/>
            <a:ahLst/>
            <a:cxnLst/>
            <a:rect r="r" b="b" t="t" l="l"/>
            <a:pathLst>
              <a:path h="6683828" w="6683828">
                <a:moveTo>
                  <a:pt x="0" y="0"/>
                </a:moveTo>
                <a:lnTo>
                  <a:pt x="6683828" y="0"/>
                </a:lnTo>
                <a:lnTo>
                  <a:pt x="6683828" y="6683827"/>
                </a:lnTo>
                <a:lnTo>
                  <a:pt x="0" y="6683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Un reloj de aguja en una pared  Descripción generada automáticamente con confianza media"/>
          <p:cNvSpPr/>
          <p:nvPr/>
        </p:nvSpPr>
        <p:spPr>
          <a:xfrm flipH="false" flipV="false" rot="0">
            <a:off x="12665529" y="332013"/>
            <a:ext cx="5208814" cy="5208814"/>
          </a:xfrm>
          <a:custGeom>
            <a:avLst/>
            <a:gdLst/>
            <a:ahLst/>
            <a:cxnLst/>
            <a:rect r="r" b="b" t="t" l="l"/>
            <a:pathLst>
              <a:path h="5208814" w="5208814">
                <a:moveTo>
                  <a:pt x="0" y="0"/>
                </a:moveTo>
                <a:lnTo>
                  <a:pt x="5208815" y="0"/>
                </a:lnTo>
                <a:lnTo>
                  <a:pt x="5208815" y="5208815"/>
                </a:lnTo>
                <a:lnTo>
                  <a:pt x="0" y="52088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 descr="Imagen que contiene persona, foto, mujer, sostener  Descripción generada automáticamente"/>
          <p:cNvSpPr/>
          <p:nvPr/>
        </p:nvSpPr>
        <p:spPr>
          <a:xfrm flipH="false" flipV="false" rot="0">
            <a:off x="0" y="1066800"/>
            <a:ext cx="7543800" cy="7543800"/>
          </a:xfrm>
          <a:custGeom>
            <a:avLst/>
            <a:gdLst/>
            <a:ahLst/>
            <a:cxnLst/>
            <a:rect r="r" b="b" t="t" l="l"/>
            <a:pathLst>
              <a:path h="7543800" w="7543800">
                <a:moveTo>
                  <a:pt x="0" y="0"/>
                </a:moveTo>
                <a:lnTo>
                  <a:pt x="7543800" y="0"/>
                </a:lnTo>
                <a:lnTo>
                  <a:pt x="7543800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8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86125" y="342900"/>
            <a:ext cx="11715750" cy="9601200"/>
          </a:xfrm>
          <a:custGeom>
            <a:avLst/>
            <a:gdLst/>
            <a:ahLst/>
            <a:cxnLst/>
            <a:rect r="r" b="b" t="t" l="l"/>
            <a:pathLst>
              <a:path h="9601200" w="11715750">
                <a:moveTo>
                  <a:pt x="0" y="0"/>
                </a:moveTo>
                <a:lnTo>
                  <a:pt x="11715750" y="0"/>
                </a:lnTo>
                <a:lnTo>
                  <a:pt x="11715750" y="9601200"/>
                </a:lnTo>
                <a:lnTo>
                  <a:pt x="0" y="960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C8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05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DAGSGLsYNQ4</dc:identifier>
  <dcterms:modified xsi:type="dcterms:W3CDTF">2011-08-01T06:04:30Z</dcterms:modified>
  <cp:revision>1</cp:revision>
  <dc:title>Vector CODEX</dc:title>
</cp:coreProperties>
</file>